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16386B"/>
    <a:srgbClr val="E2E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2EB23-C8E1-4C4A-9526-694481FD16BC}" v="1" dt="2026-06-05T13:30:38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nnit Dogra" userId="08fb98c2b38ca3ba" providerId="LiveId" clId="{D5EAF10D-2280-4EC8-B050-CF539189ED1E}"/>
    <pc:docChg chg="custSel modSld">
      <pc:chgData name="Raunnit Dogra" userId="08fb98c2b38ca3ba" providerId="LiveId" clId="{D5EAF10D-2280-4EC8-B050-CF539189ED1E}" dt="2026-06-05T13:34:43.673" v="21" actId="1035"/>
      <pc:docMkLst>
        <pc:docMk/>
      </pc:docMkLst>
      <pc:sldChg chg="addSp delSp modSp mod">
        <pc:chgData name="Raunnit Dogra" userId="08fb98c2b38ca3ba" providerId="LiveId" clId="{D5EAF10D-2280-4EC8-B050-CF539189ED1E}" dt="2026-06-05T13:34:43.673" v="21" actId="1035"/>
        <pc:sldMkLst>
          <pc:docMk/>
          <pc:sldMk cId="0" sldId="260"/>
        </pc:sldMkLst>
        <pc:spChg chg="mod">
          <ac:chgData name="Raunnit Dogra" userId="08fb98c2b38ca3ba" providerId="LiveId" clId="{D5EAF10D-2280-4EC8-B050-CF539189ED1E}" dt="2026-06-05T13:34:43.673" v="21" actId="1035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unnit Dogra" userId="08fb98c2b38ca3ba" providerId="LiveId" clId="{D5EAF10D-2280-4EC8-B050-CF539189ED1E}" dt="2026-06-05T13:26:42.800" v="9" actId="20577"/>
          <ac:spMkLst>
            <pc:docMk/>
            <pc:sldMk cId="0" sldId="260"/>
            <ac:spMk id="22" creationId="{00000000-0000-0000-0000-000000000000}"/>
          </ac:spMkLst>
        </pc:spChg>
        <pc:picChg chg="add mod">
          <ac:chgData name="Raunnit Dogra" userId="08fb98c2b38ca3ba" providerId="LiveId" clId="{D5EAF10D-2280-4EC8-B050-CF539189ED1E}" dt="2026-06-05T13:30:55.438" v="18" actId="1076"/>
          <ac:picMkLst>
            <pc:docMk/>
            <pc:sldMk cId="0" sldId="260"/>
            <ac:picMk id="9" creationId="{5BA11EAF-6F67-A2BE-7CEA-7D711CC6B2EC}"/>
          </ac:picMkLst>
        </pc:picChg>
        <pc:picChg chg="del">
          <ac:chgData name="Raunnit Dogra" userId="08fb98c2b38ca3ba" providerId="LiveId" clId="{D5EAF10D-2280-4EC8-B050-CF539189ED1E}" dt="2026-06-05T13:26:44.553" v="10" actId="478"/>
          <ac:picMkLst>
            <pc:docMk/>
            <pc:sldMk cId="0" sldId="260"/>
            <ac:picMk id="37" creationId="{D3C9D133-018B-C711-A222-C2443738549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CD7B8A-D9D6-4F45-99D1-264C644F30A5}" type="doc">
      <dgm:prSet loTypeId="urn:microsoft.com/office/officeart/2005/8/layout/StepDownProcess" loCatId="process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6C81276A-0623-43A0-9BF9-A9FC1F4F8229}">
      <dgm:prSet phldrT="[Text]" custT="1"/>
      <dgm:spPr>
        <a:solidFill>
          <a:srgbClr val="2F528F"/>
        </a:solidFill>
      </dgm:spPr>
      <dgm:t>
        <a:bodyPr/>
        <a:lstStyle/>
        <a:p>
          <a:r>
            <a:rPr lang="en-GB" sz="1300" b="1" dirty="0"/>
            <a:t>Missed attendance</a:t>
          </a:r>
          <a:endParaRPr lang="en-IN" sz="1400" b="1" dirty="0"/>
        </a:p>
      </dgm:t>
    </dgm:pt>
    <dgm:pt modelId="{B3443806-04D1-4E90-871C-BC9857D6AAEE}" type="parTrans" cxnId="{6DBA3CEB-63B1-4248-B4EE-8FFA1C27F445}">
      <dgm:prSet/>
      <dgm:spPr/>
      <dgm:t>
        <a:bodyPr/>
        <a:lstStyle/>
        <a:p>
          <a:endParaRPr lang="en-IN"/>
        </a:p>
      </dgm:t>
    </dgm:pt>
    <dgm:pt modelId="{D4A89F79-CB85-4BD0-9307-D8B0425F14FF}" type="sibTrans" cxnId="{6DBA3CEB-63B1-4248-B4EE-8FFA1C27F445}">
      <dgm:prSet/>
      <dgm:spPr/>
      <dgm:t>
        <a:bodyPr/>
        <a:lstStyle/>
        <a:p>
          <a:endParaRPr lang="en-IN"/>
        </a:p>
      </dgm:t>
    </dgm:pt>
    <dgm:pt modelId="{A8901D8B-751A-402B-83E6-1FE7CE1B722A}">
      <dgm:prSet phldrT="[Text]" custT="1"/>
      <dgm:spPr>
        <a:solidFill>
          <a:srgbClr val="2F528F"/>
        </a:solidFill>
      </dgm:spPr>
      <dgm:t>
        <a:bodyPr/>
        <a:lstStyle/>
        <a:p>
          <a:r>
            <a:rPr lang="en-GB" sz="1300" b="1" dirty="0"/>
            <a:t>Financial</a:t>
          </a:r>
          <a:r>
            <a:rPr lang="en-GB" sz="1300" dirty="0"/>
            <a:t> </a:t>
          </a:r>
          <a:r>
            <a:rPr lang="en-GB" sz="1300" b="1" dirty="0"/>
            <a:t>stress</a:t>
          </a:r>
          <a:endParaRPr lang="en-IN" sz="1300" b="1" dirty="0"/>
        </a:p>
      </dgm:t>
    </dgm:pt>
    <dgm:pt modelId="{FA2AC11D-880E-4542-B290-62AA7AB1602C}" type="parTrans" cxnId="{13E4B35F-FA19-4A71-A3B1-84F4C2EA665A}">
      <dgm:prSet/>
      <dgm:spPr/>
      <dgm:t>
        <a:bodyPr/>
        <a:lstStyle/>
        <a:p>
          <a:endParaRPr lang="en-IN"/>
        </a:p>
      </dgm:t>
    </dgm:pt>
    <dgm:pt modelId="{EA91962C-D664-482F-A209-0B1BBE2C6C72}" type="sibTrans" cxnId="{13E4B35F-FA19-4A71-A3B1-84F4C2EA665A}">
      <dgm:prSet/>
      <dgm:spPr/>
      <dgm:t>
        <a:bodyPr/>
        <a:lstStyle/>
        <a:p>
          <a:endParaRPr lang="en-IN"/>
        </a:p>
      </dgm:t>
    </dgm:pt>
    <dgm:pt modelId="{F07EC5A1-F0EA-497F-8E65-0CE2D05B5005}">
      <dgm:prSet phldrT="[Text]" custT="1"/>
      <dgm:spPr>
        <a:solidFill>
          <a:srgbClr val="2F528F"/>
        </a:solidFill>
      </dgm:spPr>
      <dgm:t>
        <a:bodyPr/>
        <a:lstStyle/>
        <a:p>
          <a:r>
            <a:rPr lang="en-GB" sz="1300" b="1" dirty="0"/>
            <a:t>Lost     wages</a:t>
          </a:r>
          <a:endParaRPr lang="en-IN" sz="1300" b="1" dirty="0"/>
        </a:p>
      </dgm:t>
    </dgm:pt>
    <dgm:pt modelId="{B2537F60-59A3-49E9-B621-5E3C088F43E4}" type="sibTrans" cxnId="{DA99C3C7-0A31-4645-A717-3276FC0C8A29}">
      <dgm:prSet/>
      <dgm:spPr/>
      <dgm:t>
        <a:bodyPr/>
        <a:lstStyle/>
        <a:p>
          <a:endParaRPr lang="en-IN"/>
        </a:p>
      </dgm:t>
    </dgm:pt>
    <dgm:pt modelId="{0FD6A182-2EC3-42D8-AB82-F7E31DA4B8CA}" type="parTrans" cxnId="{DA99C3C7-0A31-4645-A717-3276FC0C8A29}">
      <dgm:prSet/>
      <dgm:spPr/>
      <dgm:t>
        <a:bodyPr/>
        <a:lstStyle/>
        <a:p>
          <a:endParaRPr lang="en-IN"/>
        </a:p>
      </dgm:t>
    </dgm:pt>
    <dgm:pt modelId="{5853CA91-925B-43FA-B3F6-BFD5530C0D50}" type="pres">
      <dgm:prSet presAssocID="{76CD7B8A-D9D6-4F45-99D1-264C644F30A5}" presName="rootnode" presStyleCnt="0">
        <dgm:presLayoutVars>
          <dgm:chMax/>
          <dgm:chPref/>
          <dgm:dir/>
          <dgm:animLvl val="lvl"/>
        </dgm:presLayoutVars>
      </dgm:prSet>
      <dgm:spPr/>
    </dgm:pt>
    <dgm:pt modelId="{8C837256-3977-4B13-8BF4-1E5E6F79A1AE}" type="pres">
      <dgm:prSet presAssocID="{6C81276A-0623-43A0-9BF9-A9FC1F4F8229}" presName="composite" presStyleCnt="0"/>
      <dgm:spPr/>
    </dgm:pt>
    <dgm:pt modelId="{4D518F13-9387-4D90-9746-4D2263677238}" type="pres">
      <dgm:prSet presAssocID="{6C81276A-0623-43A0-9BF9-A9FC1F4F8229}" presName="bentUpArrow1" presStyleLbl="alignImgPlace1" presStyleIdx="0" presStyleCnt="2"/>
      <dgm:spPr/>
    </dgm:pt>
    <dgm:pt modelId="{221BBBCF-5837-4731-88F9-08C788048525}" type="pres">
      <dgm:prSet presAssocID="{6C81276A-0623-43A0-9BF9-A9FC1F4F8229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C8BA56BE-D18A-4BB4-A76B-ABC39C44B5FA}" type="pres">
      <dgm:prSet presAssocID="{6C81276A-0623-43A0-9BF9-A9FC1F4F8229}" presName="ChildText" presStyleLbl="revTx" presStyleIdx="0" presStyleCnt="2" custFlipVert="1" custScaleX="94352" custScaleY="98677">
        <dgm:presLayoutVars>
          <dgm:chMax val="0"/>
          <dgm:chPref val="0"/>
          <dgm:bulletEnabled val="1"/>
        </dgm:presLayoutVars>
      </dgm:prSet>
      <dgm:spPr/>
    </dgm:pt>
    <dgm:pt modelId="{E4139A4A-3B1A-47F9-8A7B-D905D98802B5}" type="pres">
      <dgm:prSet presAssocID="{D4A89F79-CB85-4BD0-9307-D8B0425F14FF}" presName="sibTrans" presStyleCnt="0"/>
      <dgm:spPr/>
    </dgm:pt>
    <dgm:pt modelId="{7576DA83-AE66-4341-B4B4-8C701E63CCB2}" type="pres">
      <dgm:prSet presAssocID="{F07EC5A1-F0EA-497F-8E65-0CE2D05B5005}" presName="composite" presStyleCnt="0"/>
      <dgm:spPr/>
    </dgm:pt>
    <dgm:pt modelId="{C4F46120-5A8A-4332-B7D5-CE02E106CAB1}" type="pres">
      <dgm:prSet presAssocID="{F07EC5A1-F0EA-497F-8E65-0CE2D05B5005}" presName="bentUpArrow1" presStyleLbl="alignImgPlace1" presStyleIdx="1" presStyleCnt="2"/>
      <dgm:spPr/>
    </dgm:pt>
    <dgm:pt modelId="{6349453A-0C19-40DF-8CBA-0F9F3FD19A54}" type="pres">
      <dgm:prSet presAssocID="{F07EC5A1-F0EA-497F-8E65-0CE2D05B5005}" presName="ParentText" presStyleLbl="node1" presStyleIdx="1" presStyleCnt="3" custLinFactNeighborX="-6801" custLinFactNeighborY="24">
        <dgm:presLayoutVars>
          <dgm:chMax val="1"/>
          <dgm:chPref val="1"/>
          <dgm:bulletEnabled val="1"/>
        </dgm:presLayoutVars>
      </dgm:prSet>
      <dgm:spPr/>
    </dgm:pt>
    <dgm:pt modelId="{A2C32668-E2B1-411A-831C-613B792434F1}" type="pres">
      <dgm:prSet presAssocID="{F07EC5A1-F0EA-497F-8E65-0CE2D05B5005}" presName="ChildText" presStyleLbl="revTx" presStyleIdx="1" presStyleCnt="2" custFlipVert="1" custFlipHor="1" custScaleX="24171" custScaleY="39451">
        <dgm:presLayoutVars>
          <dgm:chMax val="0"/>
          <dgm:chPref val="0"/>
          <dgm:bulletEnabled val="1"/>
        </dgm:presLayoutVars>
      </dgm:prSet>
      <dgm:spPr/>
    </dgm:pt>
    <dgm:pt modelId="{A68DD277-DC85-46BC-98EF-09C2D865A117}" type="pres">
      <dgm:prSet presAssocID="{B2537F60-59A3-49E9-B621-5E3C088F43E4}" presName="sibTrans" presStyleCnt="0"/>
      <dgm:spPr/>
    </dgm:pt>
    <dgm:pt modelId="{772BEC4A-40E7-4601-A219-142C337C4C37}" type="pres">
      <dgm:prSet presAssocID="{A8901D8B-751A-402B-83E6-1FE7CE1B722A}" presName="composite" presStyleCnt="0"/>
      <dgm:spPr/>
    </dgm:pt>
    <dgm:pt modelId="{A0A5BD7E-B555-404A-A00B-E2BE92A7ABD9}" type="pres">
      <dgm:prSet presAssocID="{A8901D8B-751A-402B-83E6-1FE7CE1B722A}" presName="ParentText" presStyleLbl="node1" presStyleIdx="2" presStyleCnt="3" custLinFactNeighborX="-3412" custLinFactNeighborY="735">
        <dgm:presLayoutVars>
          <dgm:chMax val="1"/>
          <dgm:chPref val="1"/>
          <dgm:bulletEnabled val="1"/>
        </dgm:presLayoutVars>
      </dgm:prSet>
      <dgm:spPr/>
    </dgm:pt>
  </dgm:ptLst>
  <dgm:cxnLst>
    <dgm:cxn modelId="{6559F906-AC3A-43F5-821E-1DEF937BEB19}" type="presOf" srcId="{76CD7B8A-D9D6-4F45-99D1-264C644F30A5}" destId="{5853CA91-925B-43FA-B3F6-BFD5530C0D50}" srcOrd="0" destOrd="0" presId="urn:microsoft.com/office/officeart/2005/8/layout/StepDownProcess"/>
    <dgm:cxn modelId="{13E4B35F-FA19-4A71-A3B1-84F4C2EA665A}" srcId="{76CD7B8A-D9D6-4F45-99D1-264C644F30A5}" destId="{A8901D8B-751A-402B-83E6-1FE7CE1B722A}" srcOrd="2" destOrd="0" parTransId="{FA2AC11D-880E-4542-B290-62AA7AB1602C}" sibTransId="{EA91962C-D664-482F-A209-0B1BBE2C6C72}"/>
    <dgm:cxn modelId="{C2112D7D-992C-431C-AFB0-A09D71B18C30}" type="presOf" srcId="{6C81276A-0623-43A0-9BF9-A9FC1F4F8229}" destId="{221BBBCF-5837-4731-88F9-08C788048525}" srcOrd="0" destOrd="0" presId="urn:microsoft.com/office/officeart/2005/8/layout/StepDownProcess"/>
    <dgm:cxn modelId="{733715B5-E200-427A-9DE5-AC9B38192A09}" type="presOf" srcId="{A8901D8B-751A-402B-83E6-1FE7CE1B722A}" destId="{A0A5BD7E-B555-404A-A00B-E2BE92A7ABD9}" srcOrd="0" destOrd="0" presId="urn:microsoft.com/office/officeart/2005/8/layout/StepDownProcess"/>
    <dgm:cxn modelId="{DA99C3C7-0A31-4645-A717-3276FC0C8A29}" srcId="{76CD7B8A-D9D6-4F45-99D1-264C644F30A5}" destId="{F07EC5A1-F0EA-497F-8E65-0CE2D05B5005}" srcOrd="1" destOrd="0" parTransId="{0FD6A182-2EC3-42D8-AB82-F7E31DA4B8CA}" sibTransId="{B2537F60-59A3-49E9-B621-5E3C088F43E4}"/>
    <dgm:cxn modelId="{448AA7D4-12CD-4AF9-9904-90AB1E4B3A36}" type="presOf" srcId="{F07EC5A1-F0EA-497F-8E65-0CE2D05B5005}" destId="{6349453A-0C19-40DF-8CBA-0F9F3FD19A54}" srcOrd="0" destOrd="0" presId="urn:microsoft.com/office/officeart/2005/8/layout/StepDownProcess"/>
    <dgm:cxn modelId="{6DBA3CEB-63B1-4248-B4EE-8FFA1C27F445}" srcId="{76CD7B8A-D9D6-4F45-99D1-264C644F30A5}" destId="{6C81276A-0623-43A0-9BF9-A9FC1F4F8229}" srcOrd="0" destOrd="0" parTransId="{B3443806-04D1-4E90-871C-BC9857D6AAEE}" sibTransId="{D4A89F79-CB85-4BD0-9307-D8B0425F14FF}"/>
    <dgm:cxn modelId="{2D3C6221-767D-4E13-8635-A5D02B83F011}" type="presParOf" srcId="{5853CA91-925B-43FA-B3F6-BFD5530C0D50}" destId="{8C837256-3977-4B13-8BF4-1E5E6F79A1AE}" srcOrd="0" destOrd="0" presId="urn:microsoft.com/office/officeart/2005/8/layout/StepDownProcess"/>
    <dgm:cxn modelId="{FCB54115-3855-4869-9006-87191E2018C5}" type="presParOf" srcId="{8C837256-3977-4B13-8BF4-1E5E6F79A1AE}" destId="{4D518F13-9387-4D90-9746-4D2263677238}" srcOrd="0" destOrd="0" presId="urn:microsoft.com/office/officeart/2005/8/layout/StepDownProcess"/>
    <dgm:cxn modelId="{4A8A7548-5B58-4210-A4CC-22B97BABB675}" type="presParOf" srcId="{8C837256-3977-4B13-8BF4-1E5E6F79A1AE}" destId="{221BBBCF-5837-4731-88F9-08C788048525}" srcOrd="1" destOrd="0" presId="urn:microsoft.com/office/officeart/2005/8/layout/StepDownProcess"/>
    <dgm:cxn modelId="{1E5EA9C7-1913-4632-8B7C-3FF831C2C047}" type="presParOf" srcId="{8C837256-3977-4B13-8BF4-1E5E6F79A1AE}" destId="{C8BA56BE-D18A-4BB4-A76B-ABC39C44B5FA}" srcOrd="2" destOrd="0" presId="urn:microsoft.com/office/officeart/2005/8/layout/StepDownProcess"/>
    <dgm:cxn modelId="{9ED2608F-ECE2-4993-91A4-88A69F430520}" type="presParOf" srcId="{5853CA91-925B-43FA-B3F6-BFD5530C0D50}" destId="{E4139A4A-3B1A-47F9-8A7B-D905D98802B5}" srcOrd="1" destOrd="0" presId="urn:microsoft.com/office/officeart/2005/8/layout/StepDownProcess"/>
    <dgm:cxn modelId="{4D714D94-4A37-4759-B486-FE6DB0E1F4BE}" type="presParOf" srcId="{5853CA91-925B-43FA-B3F6-BFD5530C0D50}" destId="{7576DA83-AE66-4341-B4B4-8C701E63CCB2}" srcOrd="2" destOrd="0" presId="urn:microsoft.com/office/officeart/2005/8/layout/StepDownProcess"/>
    <dgm:cxn modelId="{3CBF0142-A15A-4D5B-A0DB-EA04EF70D96F}" type="presParOf" srcId="{7576DA83-AE66-4341-B4B4-8C701E63CCB2}" destId="{C4F46120-5A8A-4332-B7D5-CE02E106CAB1}" srcOrd="0" destOrd="0" presId="urn:microsoft.com/office/officeart/2005/8/layout/StepDownProcess"/>
    <dgm:cxn modelId="{EDE3C571-8F99-4E08-BEF6-11195C8FBB74}" type="presParOf" srcId="{7576DA83-AE66-4341-B4B4-8C701E63CCB2}" destId="{6349453A-0C19-40DF-8CBA-0F9F3FD19A54}" srcOrd="1" destOrd="0" presId="urn:microsoft.com/office/officeart/2005/8/layout/StepDownProcess"/>
    <dgm:cxn modelId="{84747D6B-6B3C-4AE5-862E-A8A9584EB55F}" type="presParOf" srcId="{7576DA83-AE66-4341-B4B4-8C701E63CCB2}" destId="{A2C32668-E2B1-411A-831C-613B792434F1}" srcOrd="2" destOrd="0" presId="urn:microsoft.com/office/officeart/2005/8/layout/StepDownProcess"/>
    <dgm:cxn modelId="{9B24AF52-2CA0-426B-B315-C3BEE2E4E93D}" type="presParOf" srcId="{5853CA91-925B-43FA-B3F6-BFD5530C0D50}" destId="{A68DD277-DC85-46BC-98EF-09C2D865A117}" srcOrd="3" destOrd="0" presId="urn:microsoft.com/office/officeart/2005/8/layout/StepDownProcess"/>
    <dgm:cxn modelId="{AD9F5ECE-D499-4E22-B515-37ED19B54142}" type="presParOf" srcId="{5853CA91-925B-43FA-B3F6-BFD5530C0D50}" destId="{772BEC4A-40E7-4601-A219-142C337C4C37}" srcOrd="4" destOrd="0" presId="urn:microsoft.com/office/officeart/2005/8/layout/StepDownProcess"/>
    <dgm:cxn modelId="{345E1A71-D31C-4084-93D8-F496D20B8FAA}" type="presParOf" srcId="{772BEC4A-40E7-4601-A219-142C337C4C37}" destId="{A0A5BD7E-B555-404A-A00B-E2BE92A7ABD9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DE24E5-4D6D-4BC0-BB82-E2D3B3687489}" type="doc">
      <dgm:prSet loTypeId="urn:microsoft.com/office/officeart/2005/8/layout/process2" loCatId="process" qsTypeId="urn:microsoft.com/office/officeart/2005/8/quickstyle/simple2" qsCatId="simple" csTypeId="urn:microsoft.com/office/officeart/2005/8/colors/accent0_3" csCatId="mainScheme" phldr="1"/>
      <dgm:spPr/>
    </dgm:pt>
    <dgm:pt modelId="{E73A5F87-944D-4A00-BD47-B98D64F247E4}">
      <dgm:prSet phldrT="[Text]"/>
      <dgm:spPr>
        <a:solidFill>
          <a:srgbClr val="16386B"/>
        </a:solidFill>
      </dgm:spPr>
      <dgm:t>
        <a:bodyPr/>
        <a:lstStyle/>
        <a:p>
          <a:r>
            <a:rPr lang="en-GB" b="1" dirty="0"/>
            <a:t>Accurate attendance</a:t>
          </a:r>
          <a:endParaRPr lang="en-IN" b="1" dirty="0"/>
        </a:p>
      </dgm:t>
    </dgm:pt>
    <dgm:pt modelId="{9ACD148E-4287-443D-85DE-A2D24CFA8E2A}" type="parTrans" cxnId="{3B33D890-1BC3-434F-B339-02C43B08663B}">
      <dgm:prSet/>
      <dgm:spPr/>
      <dgm:t>
        <a:bodyPr/>
        <a:lstStyle/>
        <a:p>
          <a:endParaRPr lang="en-IN"/>
        </a:p>
      </dgm:t>
    </dgm:pt>
    <dgm:pt modelId="{C11D89B5-E32D-4064-95CF-ACEC1C5ADF3F}" type="sibTrans" cxnId="{3B33D890-1BC3-434F-B339-02C43B08663B}">
      <dgm:prSet/>
      <dgm:spPr/>
      <dgm:t>
        <a:bodyPr/>
        <a:lstStyle/>
        <a:p>
          <a:endParaRPr lang="en-IN"/>
        </a:p>
      </dgm:t>
    </dgm:pt>
    <dgm:pt modelId="{ACA6B0C5-8C0F-4EF7-9DDE-F358198AEB9D}">
      <dgm:prSet phldrT="[Text]"/>
      <dgm:spPr>
        <a:solidFill>
          <a:srgbClr val="16386B"/>
        </a:solidFill>
      </dgm:spPr>
      <dgm:t>
        <a:bodyPr/>
        <a:lstStyle/>
        <a:p>
          <a:r>
            <a:rPr lang="en-GB" b="1" dirty="0"/>
            <a:t>Fair pay</a:t>
          </a:r>
          <a:endParaRPr lang="en-IN" dirty="0"/>
        </a:p>
      </dgm:t>
    </dgm:pt>
    <dgm:pt modelId="{95CB3AB4-404D-444E-B77B-34749F5D35C1}" type="parTrans" cxnId="{A8255529-E611-4144-BAE8-B07C788750F9}">
      <dgm:prSet/>
      <dgm:spPr/>
      <dgm:t>
        <a:bodyPr/>
        <a:lstStyle/>
        <a:p>
          <a:endParaRPr lang="en-IN"/>
        </a:p>
      </dgm:t>
    </dgm:pt>
    <dgm:pt modelId="{0DC57ADC-BE96-4469-AC46-013DBC22F3F7}" type="sibTrans" cxnId="{A8255529-E611-4144-BAE8-B07C788750F9}">
      <dgm:prSet/>
      <dgm:spPr/>
      <dgm:t>
        <a:bodyPr/>
        <a:lstStyle/>
        <a:p>
          <a:endParaRPr lang="en-IN"/>
        </a:p>
      </dgm:t>
    </dgm:pt>
    <dgm:pt modelId="{92DA6AF7-656F-4B48-8FE5-3593EE02E37D}">
      <dgm:prSet phldrT="[Text]"/>
      <dgm:spPr>
        <a:solidFill>
          <a:srgbClr val="16386B"/>
        </a:solidFill>
      </dgm:spPr>
      <dgm:t>
        <a:bodyPr/>
        <a:lstStyle/>
        <a:p>
          <a:r>
            <a:rPr lang="en-GB" b="1" dirty="0"/>
            <a:t>Reliable authentication</a:t>
          </a:r>
          <a:endParaRPr lang="en-IN" b="1" dirty="0"/>
        </a:p>
      </dgm:t>
    </dgm:pt>
    <dgm:pt modelId="{9EE64003-8F40-4D09-875D-3D86F6754B1F}" type="sibTrans" cxnId="{38559AE4-5AC4-4010-A24D-A81BE9ECDB50}">
      <dgm:prSet/>
      <dgm:spPr/>
      <dgm:t>
        <a:bodyPr/>
        <a:lstStyle/>
        <a:p>
          <a:endParaRPr lang="en-IN"/>
        </a:p>
      </dgm:t>
    </dgm:pt>
    <dgm:pt modelId="{2F9E7F27-9AD4-494A-BAA1-FF464332A778}" type="parTrans" cxnId="{38559AE4-5AC4-4010-A24D-A81BE9ECDB50}">
      <dgm:prSet/>
      <dgm:spPr/>
      <dgm:t>
        <a:bodyPr/>
        <a:lstStyle/>
        <a:p>
          <a:endParaRPr lang="en-IN"/>
        </a:p>
      </dgm:t>
    </dgm:pt>
    <dgm:pt modelId="{A5AA3F1B-D697-4B3D-91E6-B69E8FB6807B}" type="pres">
      <dgm:prSet presAssocID="{C5DE24E5-4D6D-4BC0-BB82-E2D3B3687489}" presName="linearFlow" presStyleCnt="0">
        <dgm:presLayoutVars>
          <dgm:resizeHandles val="exact"/>
        </dgm:presLayoutVars>
      </dgm:prSet>
      <dgm:spPr/>
    </dgm:pt>
    <dgm:pt modelId="{73387E4C-DA55-4A32-A937-4A7450A0BD77}" type="pres">
      <dgm:prSet presAssocID="{92DA6AF7-656F-4B48-8FE5-3593EE02E37D}" presName="node" presStyleLbl="node1" presStyleIdx="0" presStyleCnt="3" custScaleX="101122">
        <dgm:presLayoutVars>
          <dgm:bulletEnabled val="1"/>
        </dgm:presLayoutVars>
      </dgm:prSet>
      <dgm:spPr/>
    </dgm:pt>
    <dgm:pt modelId="{F6914F2A-E45B-4569-9B0D-50C0A5F0A5EE}" type="pres">
      <dgm:prSet presAssocID="{9EE64003-8F40-4D09-875D-3D86F6754B1F}" presName="sibTrans" presStyleLbl="sibTrans2D1" presStyleIdx="0" presStyleCnt="2"/>
      <dgm:spPr/>
    </dgm:pt>
    <dgm:pt modelId="{B16A49DD-175D-4FC3-9F0E-F769D61415D4}" type="pres">
      <dgm:prSet presAssocID="{9EE64003-8F40-4D09-875D-3D86F6754B1F}" presName="connectorText" presStyleLbl="sibTrans2D1" presStyleIdx="0" presStyleCnt="2"/>
      <dgm:spPr/>
    </dgm:pt>
    <dgm:pt modelId="{104327AE-D8B3-4B58-8179-CE038F4686B8}" type="pres">
      <dgm:prSet presAssocID="{E73A5F87-944D-4A00-BD47-B98D64F247E4}" presName="node" presStyleLbl="node1" presStyleIdx="1" presStyleCnt="3">
        <dgm:presLayoutVars>
          <dgm:bulletEnabled val="1"/>
        </dgm:presLayoutVars>
      </dgm:prSet>
      <dgm:spPr/>
    </dgm:pt>
    <dgm:pt modelId="{D67E833E-CCB3-4C2E-B2A3-44214DBA654C}" type="pres">
      <dgm:prSet presAssocID="{C11D89B5-E32D-4064-95CF-ACEC1C5ADF3F}" presName="sibTrans" presStyleLbl="sibTrans2D1" presStyleIdx="1" presStyleCnt="2"/>
      <dgm:spPr/>
    </dgm:pt>
    <dgm:pt modelId="{D2B85B73-F9A9-4A49-A384-9C2F6636924E}" type="pres">
      <dgm:prSet presAssocID="{C11D89B5-E32D-4064-95CF-ACEC1C5ADF3F}" presName="connectorText" presStyleLbl="sibTrans2D1" presStyleIdx="1" presStyleCnt="2"/>
      <dgm:spPr/>
    </dgm:pt>
    <dgm:pt modelId="{070CFE1B-C0FB-4D6D-A9A6-289CC2D3E721}" type="pres">
      <dgm:prSet presAssocID="{ACA6B0C5-8C0F-4EF7-9DDE-F358198AEB9D}" presName="node" presStyleLbl="node1" presStyleIdx="2" presStyleCnt="3">
        <dgm:presLayoutVars>
          <dgm:bulletEnabled val="1"/>
        </dgm:presLayoutVars>
      </dgm:prSet>
      <dgm:spPr/>
    </dgm:pt>
  </dgm:ptLst>
  <dgm:cxnLst>
    <dgm:cxn modelId="{53B03504-2A19-464D-B822-B0DEB1632843}" type="presOf" srcId="{C11D89B5-E32D-4064-95CF-ACEC1C5ADF3F}" destId="{D2B85B73-F9A9-4A49-A384-9C2F6636924E}" srcOrd="1" destOrd="0" presId="urn:microsoft.com/office/officeart/2005/8/layout/process2"/>
    <dgm:cxn modelId="{7D314E29-02BD-4068-8A35-8E41635A61C0}" type="presOf" srcId="{ACA6B0C5-8C0F-4EF7-9DDE-F358198AEB9D}" destId="{070CFE1B-C0FB-4D6D-A9A6-289CC2D3E721}" srcOrd="0" destOrd="0" presId="urn:microsoft.com/office/officeart/2005/8/layout/process2"/>
    <dgm:cxn modelId="{A8255529-E611-4144-BAE8-B07C788750F9}" srcId="{C5DE24E5-4D6D-4BC0-BB82-E2D3B3687489}" destId="{ACA6B0C5-8C0F-4EF7-9DDE-F358198AEB9D}" srcOrd="2" destOrd="0" parTransId="{95CB3AB4-404D-444E-B77B-34749F5D35C1}" sibTransId="{0DC57ADC-BE96-4469-AC46-013DBC22F3F7}"/>
    <dgm:cxn modelId="{981BA93B-19B1-4D30-8EF7-BFD1116C0F9A}" type="presOf" srcId="{C5DE24E5-4D6D-4BC0-BB82-E2D3B3687489}" destId="{A5AA3F1B-D697-4B3D-91E6-B69E8FB6807B}" srcOrd="0" destOrd="0" presId="urn:microsoft.com/office/officeart/2005/8/layout/process2"/>
    <dgm:cxn modelId="{FA5C9E3E-0EB8-4162-BCC3-2BE98791ED1B}" type="presOf" srcId="{92DA6AF7-656F-4B48-8FE5-3593EE02E37D}" destId="{73387E4C-DA55-4A32-A937-4A7450A0BD77}" srcOrd="0" destOrd="0" presId="urn:microsoft.com/office/officeart/2005/8/layout/process2"/>
    <dgm:cxn modelId="{AA22366C-2540-4213-A41C-0F21B1A8ECAC}" type="presOf" srcId="{9EE64003-8F40-4D09-875D-3D86F6754B1F}" destId="{F6914F2A-E45B-4569-9B0D-50C0A5F0A5EE}" srcOrd="0" destOrd="0" presId="urn:microsoft.com/office/officeart/2005/8/layout/process2"/>
    <dgm:cxn modelId="{3B33D890-1BC3-434F-B339-02C43B08663B}" srcId="{C5DE24E5-4D6D-4BC0-BB82-E2D3B3687489}" destId="{E73A5F87-944D-4A00-BD47-B98D64F247E4}" srcOrd="1" destOrd="0" parTransId="{9ACD148E-4287-443D-85DE-A2D24CFA8E2A}" sibTransId="{C11D89B5-E32D-4064-95CF-ACEC1C5ADF3F}"/>
    <dgm:cxn modelId="{5661B7A3-268B-4270-9223-64066481CF3C}" type="presOf" srcId="{E73A5F87-944D-4A00-BD47-B98D64F247E4}" destId="{104327AE-D8B3-4B58-8179-CE038F4686B8}" srcOrd="0" destOrd="0" presId="urn:microsoft.com/office/officeart/2005/8/layout/process2"/>
    <dgm:cxn modelId="{EF9531C9-6EC7-4B60-A139-BA757B7C3B92}" type="presOf" srcId="{C11D89B5-E32D-4064-95CF-ACEC1C5ADF3F}" destId="{D67E833E-CCB3-4C2E-B2A3-44214DBA654C}" srcOrd="0" destOrd="0" presId="urn:microsoft.com/office/officeart/2005/8/layout/process2"/>
    <dgm:cxn modelId="{38559AE4-5AC4-4010-A24D-A81BE9ECDB50}" srcId="{C5DE24E5-4D6D-4BC0-BB82-E2D3B3687489}" destId="{92DA6AF7-656F-4B48-8FE5-3593EE02E37D}" srcOrd="0" destOrd="0" parTransId="{2F9E7F27-9AD4-494A-BAA1-FF464332A778}" sibTransId="{9EE64003-8F40-4D09-875D-3D86F6754B1F}"/>
    <dgm:cxn modelId="{D9AAB1EA-5620-46A3-8512-65ECB6D9F2E8}" type="presOf" srcId="{9EE64003-8F40-4D09-875D-3D86F6754B1F}" destId="{B16A49DD-175D-4FC3-9F0E-F769D61415D4}" srcOrd="1" destOrd="0" presId="urn:microsoft.com/office/officeart/2005/8/layout/process2"/>
    <dgm:cxn modelId="{7D17E4BB-A485-43E5-B11D-2B463CF24558}" type="presParOf" srcId="{A5AA3F1B-D697-4B3D-91E6-B69E8FB6807B}" destId="{73387E4C-DA55-4A32-A937-4A7450A0BD77}" srcOrd="0" destOrd="0" presId="urn:microsoft.com/office/officeart/2005/8/layout/process2"/>
    <dgm:cxn modelId="{312D44BC-1CDA-4201-9B83-447730C365BB}" type="presParOf" srcId="{A5AA3F1B-D697-4B3D-91E6-B69E8FB6807B}" destId="{F6914F2A-E45B-4569-9B0D-50C0A5F0A5EE}" srcOrd="1" destOrd="0" presId="urn:microsoft.com/office/officeart/2005/8/layout/process2"/>
    <dgm:cxn modelId="{0EE34DFC-69A3-4BD6-9785-FA04FD74CEB2}" type="presParOf" srcId="{F6914F2A-E45B-4569-9B0D-50C0A5F0A5EE}" destId="{B16A49DD-175D-4FC3-9F0E-F769D61415D4}" srcOrd="0" destOrd="0" presId="urn:microsoft.com/office/officeart/2005/8/layout/process2"/>
    <dgm:cxn modelId="{0F0642FF-5A0E-440B-9F81-94C34AA213E0}" type="presParOf" srcId="{A5AA3F1B-D697-4B3D-91E6-B69E8FB6807B}" destId="{104327AE-D8B3-4B58-8179-CE038F4686B8}" srcOrd="2" destOrd="0" presId="urn:microsoft.com/office/officeart/2005/8/layout/process2"/>
    <dgm:cxn modelId="{C34982BC-7175-4E07-8EB9-2E1D92F03BA7}" type="presParOf" srcId="{A5AA3F1B-D697-4B3D-91E6-B69E8FB6807B}" destId="{D67E833E-CCB3-4C2E-B2A3-44214DBA654C}" srcOrd="3" destOrd="0" presId="urn:microsoft.com/office/officeart/2005/8/layout/process2"/>
    <dgm:cxn modelId="{F90E7D1F-23BC-4E5F-A286-4DC565257236}" type="presParOf" srcId="{D67E833E-CCB3-4C2E-B2A3-44214DBA654C}" destId="{D2B85B73-F9A9-4A49-A384-9C2F6636924E}" srcOrd="0" destOrd="0" presId="urn:microsoft.com/office/officeart/2005/8/layout/process2"/>
    <dgm:cxn modelId="{31546925-3BF8-4E98-BC49-CF0BCA644CE0}" type="presParOf" srcId="{A5AA3F1B-D697-4B3D-91E6-B69E8FB6807B}" destId="{070CFE1B-C0FB-4D6D-A9A6-289CC2D3E721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18F13-9387-4D90-9746-4D2263677238}">
      <dsp:nvSpPr>
        <dsp:cNvPr id="0" name=""/>
        <dsp:cNvSpPr/>
      </dsp:nvSpPr>
      <dsp:spPr>
        <a:xfrm rot="5400000">
          <a:off x="1439221" y="668947"/>
          <a:ext cx="591626" cy="67354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21BBBCF-5837-4731-88F9-08C788048525}">
      <dsp:nvSpPr>
        <dsp:cNvPr id="0" name=""/>
        <dsp:cNvSpPr/>
      </dsp:nvSpPr>
      <dsp:spPr>
        <a:xfrm>
          <a:off x="1282475" y="13117"/>
          <a:ext cx="995951" cy="697133"/>
        </a:xfrm>
        <a:prstGeom prst="roundRect">
          <a:avLst>
            <a:gd name="adj" fmla="val 16670"/>
          </a:avLst>
        </a:prstGeom>
        <a:solidFill>
          <a:srgbClr val="2F52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/>
            <a:t>Missed attendance</a:t>
          </a:r>
          <a:endParaRPr lang="en-IN" sz="1400" b="1" kern="1200" dirty="0"/>
        </a:p>
      </dsp:txBody>
      <dsp:txXfrm>
        <a:off x="1316512" y="47154"/>
        <a:ext cx="927877" cy="629059"/>
      </dsp:txXfrm>
    </dsp:sp>
    <dsp:sp modelId="{C8BA56BE-D18A-4BB4-A76B-ABC39C44B5FA}">
      <dsp:nvSpPr>
        <dsp:cNvPr id="0" name=""/>
        <dsp:cNvSpPr/>
      </dsp:nvSpPr>
      <dsp:spPr>
        <a:xfrm flipV="1">
          <a:off x="2298883" y="83332"/>
          <a:ext cx="683448" cy="555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F46120-5A8A-4332-B7D5-CE02E106CAB1}">
      <dsp:nvSpPr>
        <dsp:cNvPr id="0" name=""/>
        <dsp:cNvSpPr/>
      </dsp:nvSpPr>
      <dsp:spPr>
        <a:xfrm rot="5400000">
          <a:off x="2255151" y="1452058"/>
          <a:ext cx="591626" cy="67354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12975"/>
            <a:satOff val="622"/>
            <a:lumOff val="-21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349453A-0C19-40DF-8CBA-0F9F3FD19A54}">
      <dsp:nvSpPr>
        <dsp:cNvPr id="0" name=""/>
        <dsp:cNvSpPr/>
      </dsp:nvSpPr>
      <dsp:spPr>
        <a:xfrm>
          <a:off x="2030671" y="796396"/>
          <a:ext cx="995951" cy="697133"/>
        </a:xfrm>
        <a:prstGeom prst="roundRect">
          <a:avLst>
            <a:gd name="adj" fmla="val 16670"/>
          </a:avLst>
        </a:prstGeom>
        <a:solidFill>
          <a:srgbClr val="2F52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/>
            <a:t>Lost     wages</a:t>
          </a:r>
          <a:endParaRPr lang="en-IN" sz="1300" b="1" kern="1200" dirty="0"/>
        </a:p>
      </dsp:txBody>
      <dsp:txXfrm>
        <a:off x="2064708" y="830433"/>
        <a:ext cx="927877" cy="629059"/>
      </dsp:txXfrm>
    </dsp:sp>
    <dsp:sp modelId="{A2C32668-E2B1-411A-831C-613B792434F1}">
      <dsp:nvSpPr>
        <dsp:cNvPr id="0" name=""/>
        <dsp:cNvSpPr/>
      </dsp:nvSpPr>
      <dsp:spPr>
        <a:xfrm flipH="1" flipV="1">
          <a:off x="3368995" y="1033299"/>
          <a:ext cx="175085" cy="222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A5BD7E-B555-404A-A00B-E2BE92A7ABD9}">
      <dsp:nvSpPr>
        <dsp:cNvPr id="0" name=""/>
        <dsp:cNvSpPr/>
      </dsp:nvSpPr>
      <dsp:spPr>
        <a:xfrm>
          <a:off x="2880355" y="1584463"/>
          <a:ext cx="995951" cy="697133"/>
        </a:xfrm>
        <a:prstGeom prst="roundRect">
          <a:avLst>
            <a:gd name="adj" fmla="val 16670"/>
          </a:avLst>
        </a:prstGeom>
        <a:solidFill>
          <a:srgbClr val="2F52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/>
            <a:t>Financial</a:t>
          </a:r>
          <a:r>
            <a:rPr lang="en-GB" sz="1300" kern="1200" dirty="0"/>
            <a:t> </a:t>
          </a:r>
          <a:r>
            <a:rPr lang="en-GB" sz="1300" b="1" kern="1200" dirty="0"/>
            <a:t>stress</a:t>
          </a:r>
          <a:endParaRPr lang="en-IN" sz="1300" b="1" kern="1200" dirty="0"/>
        </a:p>
      </dsp:txBody>
      <dsp:txXfrm>
        <a:off x="2914392" y="1618500"/>
        <a:ext cx="927877" cy="629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87E4C-DA55-4A32-A937-4A7450A0BD77}">
      <dsp:nvSpPr>
        <dsp:cNvPr id="0" name=""/>
        <dsp:cNvSpPr/>
      </dsp:nvSpPr>
      <dsp:spPr>
        <a:xfrm>
          <a:off x="411630" y="0"/>
          <a:ext cx="2009534" cy="496809"/>
        </a:xfrm>
        <a:prstGeom prst="roundRect">
          <a:avLst>
            <a:gd name="adj" fmla="val 10000"/>
          </a:avLst>
        </a:prstGeom>
        <a:solidFill>
          <a:srgbClr val="16386B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Reliable authentication</a:t>
          </a:r>
          <a:endParaRPr lang="en-IN" sz="1500" b="1" kern="1200" dirty="0"/>
        </a:p>
      </dsp:txBody>
      <dsp:txXfrm>
        <a:off x="426181" y="14551"/>
        <a:ext cx="1980432" cy="467707"/>
      </dsp:txXfrm>
    </dsp:sp>
    <dsp:sp modelId="{F6914F2A-E45B-4569-9B0D-50C0A5F0A5EE}">
      <dsp:nvSpPr>
        <dsp:cNvPr id="0" name=""/>
        <dsp:cNvSpPr/>
      </dsp:nvSpPr>
      <dsp:spPr>
        <a:xfrm rot="5400000">
          <a:off x="1323246" y="509229"/>
          <a:ext cx="186303" cy="22356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349329" y="527860"/>
        <a:ext cx="134138" cy="130412"/>
      </dsp:txXfrm>
    </dsp:sp>
    <dsp:sp modelId="{104327AE-D8B3-4B58-8179-CE038F4686B8}">
      <dsp:nvSpPr>
        <dsp:cNvPr id="0" name=""/>
        <dsp:cNvSpPr/>
      </dsp:nvSpPr>
      <dsp:spPr>
        <a:xfrm>
          <a:off x="422778" y="745214"/>
          <a:ext cx="1987238" cy="496809"/>
        </a:xfrm>
        <a:prstGeom prst="roundRect">
          <a:avLst>
            <a:gd name="adj" fmla="val 10000"/>
          </a:avLst>
        </a:prstGeom>
        <a:solidFill>
          <a:srgbClr val="16386B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Accurate attendance</a:t>
          </a:r>
          <a:endParaRPr lang="en-IN" sz="1500" b="1" kern="1200" dirty="0"/>
        </a:p>
      </dsp:txBody>
      <dsp:txXfrm>
        <a:off x="437329" y="759765"/>
        <a:ext cx="1958136" cy="467707"/>
      </dsp:txXfrm>
    </dsp:sp>
    <dsp:sp modelId="{D67E833E-CCB3-4C2E-B2A3-44214DBA654C}">
      <dsp:nvSpPr>
        <dsp:cNvPr id="0" name=""/>
        <dsp:cNvSpPr/>
      </dsp:nvSpPr>
      <dsp:spPr>
        <a:xfrm rot="5400000">
          <a:off x="1323246" y="1254443"/>
          <a:ext cx="186303" cy="22356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349329" y="1273074"/>
        <a:ext cx="134138" cy="130412"/>
      </dsp:txXfrm>
    </dsp:sp>
    <dsp:sp modelId="{070CFE1B-C0FB-4D6D-A9A6-289CC2D3E721}">
      <dsp:nvSpPr>
        <dsp:cNvPr id="0" name=""/>
        <dsp:cNvSpPr/>
      </dsp:nvSpPr>
      <dsp:spPr>
        <a:xfrm>
          <a:off x="422778" y="1490428"/>
          <a:ext cx="1987238" cy="496809"/>
        </a:xfrm>
        <a:prstGeom prst="roundRect">
          <a:avLst>
            <a:gd name="adj" fmla="val 10000"/>
          </a:avLst>
        </a:prstGeom>
        <a:solidFill>
          <a:srgbClr val="16386B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Fair pay</a:t>
          </a:r>
          <a:endParaRPr lang="en-IN" sz="1500" kern="1200" dirty="0"/>
        </a:p>
      </dsp:txBody>
      <dsp:txXfrm>
        <a:off x="437329" y="1504979"/>
        <a:ext cx="1958136" cy="467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71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prf.in/wp-content/uploads/2023/06/MGNREGA.pdf" TargetMode="External"/><Relationship Id="rId3" Type="http://schemas.openxmlformats.org/officeDocument/2006/relationships/hyperlink" Target="https://opencv.org/" TargetMode="External"/><Relationship Id="rId7" Type="http://schemas.openxmlformats.org/officeDocument/2006/relationships/hyperlink" Target="https://ieeexplore.ieee.org/document/11434999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3390/engproc2025084039" TargetMode="External"/><Relationship Id="rId5" Type="http://schemas.openxmlformats.org/officeDocument/2006/relationships/hyperlink" Target="https://github.com/google-ai-edge/mediapipe/blob/master/docs/solutions/face_mesh.md" TargetMode="External"/><Relationship Id="rId10" Type="http://schemas.openxmlformats.org/officeDocument/2006/relationships/image" Target="../media/image6.svg"/><Relationship Id="rId4" Type="http://schemas.openxmlformats.org/officeDocument/2006/relationships/hyperlink" Target="https://github.com/tensorflow/tensorflow/tree/master/tensorflow/lite" TargetMode="External"/><Relationship Id="rId9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3838575" cy="5143500"/>
          </a:xfrm>
          <a:prstGeom prst="rect">
            <a:avLst/>
          </a:prstGeom>
          <a:solidFill>
            <a:srgbClr val="16386B"/>
          </a:solidFill>
          <a:ln/>
        </p:spPr>
      </p:sp>
      <p:sp>
        <p:nvSpPr>
          <p:cNvPr id="4" name="Shape 2"/>
          <p:cNvSpPr/>
          <p:nvPr/>
        </p:nvSpPr>
        <p:spPr>
          <a:xfrm>
            <a:off x="3839654" y="0"/>
            <a:ext cx="38100" cy="5143500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6" name="Text 4"/>
          <p:cNvSpPr/>
          <p:nvPr/>
        </p:nvSpPr>
        <p:spPr>
          <a:xfrm>
            <a:off x="786259" y="420960"/>
            <a:ext cx="19345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57200" y="1583010"/>
            <a:ext cx="319794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30"/>
              </a:lnSpc>
              <a:buNone/>
            </a:pPr>
            <a:r>
              <a:rPr lang="en-US" sz="5400" b="1" kern="0" spc="-13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NetraSetu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507828"/>
            <a:ext cx="1915790" cy="48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 attendance, even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zero-network zones.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57200" y="3639369"/>
            <a:ext cx="10456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96"/>
              </a:lnSpc>
              <a:spcAft>
                <a:spcPts val="243"/>
              </a:spcAft>
              <a:buNone/>
            </a:pPr>
            <a:r>
              <a:rPr lang="en-US" sz="860" b="1" kern="0" spc="21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LEADER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457200" y="3830017"/>
            <a:ext cx="9115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32"/>
              </a:lnSpc>
              <a:spcAft>
                <a:spcPts val="810"/>
              </a:spcAft>
              <a:buNone/>
            </a:pPr>
            <a:r>
              <a:rPr lang="en-US" sz="133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Kartik Goel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457200" y="4170164"/>
            <a:ext cx="11870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96"/>
              </a:lnSpc>
              <a:spcAft>
                <a:spcPts val="243"/>
              </a:spcAft>
              <a:buNone/>
            </a:pPr>
            <a:r>
              <a:rPr lang="en-US" sz="860" b="1" kern="0" spc="21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MEMBERS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57200" y="4360813"/>
            <a:ext cx="2978869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Gitika Burman · Aadhya Agarwal · Raunnit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Dogra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442820" y="729555"/>
            <a:ext cx="115259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242"/>
              </a:lnSpc>
              <a:buNone/>
            </a:pP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7221959" y="918046"/>
            <a:ext cx="137346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242"/>
              </a:lnSpc>
              <a:spcBef>
                <a:spcPts val="243"/>
              </a:spcBef>
              <a:buNone/>
            </a:pP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138169" y="4628890"/>
            <a:ext cx="276225" cy="14288"/>
          </a:xfrm>
          <a:prstGeom prst="rect">
            <a:avLst/>
          </a:prstGeom>
          <a:solidFill>
            <a:srgbClr val="16386B"/>
          </a:solidFill>
          <a:ln/>
        </p:spPr>
      </p:sp>
      <p:sp>
        <p:nvSpPr>
          <p:cNvPr id="16" name="Text 14"/>
          <p:cNvSpPr/>
          <p:nvPr/>
        </p:nvSpPr>
        <p:spPr>
          <a:xfrm>
            <a:off x="7504807" y="4554364"/>
            <a:ext cx="10906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10" b="1" kern="0" spc="-25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Bennett University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761286" y="1434852"/>
            <a:ext cx="2376487" cy="2376487"/>
          </a:xfrm>
          <a:prstGeom prst="ellipse">
            <a:avLst/>
          </a:prstGeom>
          <a:ln w="19050">
            <a:solidFill>
              <a:srgbClr val="E2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7529" y="1861096"/>
            <a:ext cx="1524000" cy="1524000"/>
          </a:xfrm>
          <a:prstGeom prst="ellipse">
            <a:avLst/>
          </a:prstGeom>
          <a:ln w="19050">
            <a:solidFill>
              <a:srgbClr val="E2E5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16154" y="2289721"/>
            <a:ext cx="666750" cy="666750"/>
          </a:xfrm>
          <a:prstGeom prst="ellipse">
            <a:avLst/>
          </a:prstGeom>
          <a:ln w="33338">
            <a:solidFill>
              <a:srgbClr val="DF822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4279" y="2527846"/>
            <a:ext cx="190500" cy="190500"/>
          </a:xfrm>
          <a:prstGeom prst="ellipse">
            <a:avLst/>
          </a:prstGeom>
          <a:solidFill>
            <a:srgbClr val="16386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2236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9065"/>
            <a:ext cx="201141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768028" y="490054"/>
            <a:ext cx="228600" cy="1428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5" name="Text 3"/>
          <p:cNvSpPr/>
          <p:nvPr/>
        </p:nvSpPr>
        <p:spPr>
          <a:xfrm>
            <a:off x="1106314" y="427881"/>
            <a:ext cx="174664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2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57200" y="712529"/>
            <a:ext cx="5051227" cy="882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84"/>
              </a:lnSpc>
              <a:buNone/>
            </a:pPr>
            <a:r>
              <a:rPr lang="en-US" sz="3020" b="1" kern="0" spc="-76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Attendance systems fail</a:t>
            </a:r>
            <a:endParaRPr lang="en-US" sz="3020" dirty="0"/>
          </a:p>
          <a:p>
            <a:pPr marL="0" indent="0" algn="l">
              <a:lnSpc>
                <a:spcPts val="3084"/>
              </a:lnSpc>
              <a:buNone/>
            </a:pPr>
            <a:r>
              <a:rPr lang="en-US" sz="3020" b="1" kern="0" spc="-76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they are needed most</a:t>
            </a:r>
            <a:endParaRPr lang="en-US" sz="3020" dirty="0"/>
          </a:p>
        </p:txBody>
      </p:sp>
      <p:sp>
        <p:nvSpPr>
          <p:cNvPr id="7" name="Text 5"/>
          <p:cNvSpPr/>
          <p:nvPr/>
        </p:nvSpPr>
        <p:spPr>
          <a:xfrm>
            <a:off x="457200" y="1592238"/>
            <a:ext cx="5292030" cy="451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31"/>
              </a:lnSpc>
              <a:buNone/>
            </a:pPr>
            <a:r>
              <a:rPr lang="en-US" sz="133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Highway workers often operate in remote construction zones where</a:t>
            </a:r>
            <a:endParaRPr lang="en-US" sz="1330" dirty="0"/>
          </a:p>
          <a:p>
            <a:pPr marL="0" indent="0" algn="l">
              <a:lnSpc>
                <a:spcPts val="1831"/>
              </a:lnSpc>
              <a:buNone/>
            </a:pPr>
            <a:r>
              <a:rPr lang="en-US" sz="133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internet connectivity is weak or unavailable.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457200" y="2267769"/>
            <a:ext cx="1841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96"/>
              </a:lnSpc>
              <a:spcAft>
                <a:spcPts val="1013"/>
              </a:spcAft>
              <a:buNone/>
            </a:pPr>
            <a:r>
              <a:rPr lang="en-US" sz="860" b="1" kern="0" spc="259" dirty="0">
                <a:solidFill>
                  <a:srgbClr val="1638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CHALLENGES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8056" y="2603711"/>
            <a:ext cx="71438" cy="7143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35" y="2556197"/>
            <a:ext cx="3658716" cy="424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attendance solutions depend on network</a:t>
            </a:r>
            <a:endParaRPr lang="en-US" sz="1260" dirty="0"/>
          </a:p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availability.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458056" y="3177369"/>
            <a:ext cx="71438" cy="7143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35" y="3129855"/>
            <a:ext cx="4371826" cy="424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facial-recognition systems are too heavy for low-end</a:t>
            </a:r>
            <a:endParaRPr lang="en-US" sz="1260" dirty="0"/>
          </a:p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and crash on 3GB RAM smartphones.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458056" y="3751027"/>
            <a:ext cx="71438" cy="7143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35" y="3703513"/>
            <a:ext cx="3679552" cy="424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 records get missed or delayed due to</a:t>
            </a:r>
            <a:endParaRPr lang="en-US" sz="1260" dirty="0"/>
          </a:p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connectivity and device limitations.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458056" y="4324685"/>
            <a:ext cx="71438" cy="7143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35" y="4277171"/>
            <a:ext cx="4354860" cy="424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Workers have no reliable way to prove their presence when</a:t>
            </a:r>
            <a:endParaRPr lang="en-US" sz="1260" dirty="0"/>
          </a:p>
          <a:p>
            <a:pPr marL="0" indent="0" algn="l">
              <a:lnSpc>
                <a:spcPts val="1732"/>
              </a:lnSpc>
              <a:buNone/>
            </a:pPr>
            <a:r>
              <a:rPr lang="en-US" sz="126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fails.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5280757" y="379065"/>
            <a:ext cx="3426430" cy="3315761"/>
          </a:xfrm>
          <a:prstGeom prst="roundRect">
            <a:avLst>
              <a:gd name="adj" fmla="val 2341"/>
            </a:avLst>
          </a:prstGeom>
          <a:solidFill>
            <a:srgbClr val="16386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5363029" y="-232926"/>
            <a:ext cx="3323771" cy="1480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90" b="1" kern="0" spc="238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IMPACT</a:t>
            </a:r>
            <a:endParaRPr lang="en-US" sz="790" b="1" dirty="0"/>
          </a:p>
        </p:txBody>
      </p:sp>
      <p:sp>
        <p:nvSpPr>
          <p:cNvPr id="20" name="Text 18"/>
          <p:cNvSpPr/>
          <p:nvPr/>
        </p:nvSpPr>
        <p:spPr>
          <a:xfrm>
            <a:off x="5363030" y="3974122"/>
            <a:ext cx="3239364" cy="1086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7"/>
              </a:lnSpc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81836" y="3922663"/>
            <a:ext cx="3405187" cy="1138237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1351" y="4097908"/>
            <a:ext cx="110839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90" b="1" kern="0" spc="238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5451351" y="4305746"/>
            <a:ext cx="2901330" cy="5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Workers build India's highways. They should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lose their wages because technology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failed them.</a:t>
            </a:r>
            <a:endParaRPr lang="en-US" sz="1120" dirty="0"/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0260BF83-E034-4241-94FE-2CCBA747D7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2309828"/>
              </p:ext>
            </p:extLst>
          </p:nvPr>
        </p:nvGraphicFramePr>
        <p:xfrm>
          <a:off x="4408436" y="612426"/>
          <a:ext cx="5192764" cy="2289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36AFD8A-7342-791F-6CE2-89DBE19E5419}"/>
              </a:ext>
            </a:extLst>
          </p:cNvPr>
          <p:cNvSpPr txBox="1"/>
          <p:nvPr/>
        </p:nvSpPr>
        <p:spPr>
          <a:xfrm>
            <a:off x="5363029" y="2936576"/>
            <a:ext cx="3239364" cy="93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37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 daily-wage worker, a single attendance  failure is not a software error — it can mean losing the earnings that feed their family for the day.</a:t>
            </a:r>
            <a:endParaRPr lang="en-US" sz="1100" dirty="0"/>
          </a:p>
          <a:p>
            <a:endParaRPr lang="en-IN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79065"/>
            <a:ext cx="227112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793998" y="490054"/>
            <a:ext cx="228600" cy="1428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5" name="Text 3"/>
          <p:cNvSpPr/>
          <p:nvPr/>
        </p:nvSpPr>
        <p:spPr>
          <a:xfrm>
            <a:off x="1132284" y="427881"/>
            <a:ext cx="81840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2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57200" y="814467"/>
            <a:ext cx="2345010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881"/>
              </a:lnSpc>
              <a:buNone/>
            </a:pPr>
            <a:r>
              <a:rPr lang="en-US" sz="3960" b="1" kern="0" spc="-99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NetraSetu</a:t>
            </a:r>
            <a:endParaRPr lang="en-US" sz="3960" dirty="0"/>
          </a:p>
        </p:txBody>
      </p:sp>
      <p:sp>
        <p:nvSpPr>
          <p:cNvPr id="7" name="Text 5"/>
          <p:cNvSpPr/>
          <p:nvPr/>
        </p:nvSpPr>
        <p:spPr>
          <a:xfrm>
            <a:off x="459890" y="1424088"/>
            <a:ext cx="2183234" cy="9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lightweight offline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facial-recognition and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liveness-detection system built for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India's remote workforce.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621729" y="3373710"/>
            <a:ext cx="2498899" cy="435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0243" y="711547"/>
            <a:ext cx="2376487" cy="1881187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8771" y="1161678"/>
            <a:ext cx="12397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Aft>
                <a:spcPts val="567"/>
              </a:spcAft>
              <a:buNone/>
            </a:pPr>
            <a:r>
              <a:rPr lang="en-US" sz="166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 Offline</a:t>
            </a:r>
            <a:endParaRPr lang="en-US" sz="1660" dirty="0"/>
          </a:p>
        </p:txBody>
      </p:sp>
      <p:sp>
        <p:nvSpPr>
          <p:cNvPr id="12" name="Text 10"/>
          <p:cNvSpPr/>
          <p:nvPr/>
        </p:nvSpPr>
        <p:spPr>
          <a:xfrm>
            <a:off x="3978771" y="1530028"/>
            <a:ext cx="1709961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 is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authenticated with zero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dependency.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311205" y="711547"/>
            <a:ext cx="2376487" cy="1881187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9696" y="1161678"/>
            <a:ext cx="17790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Aft>
                <a:spcPts val="567"/>
              </a:spcAft>
              <a:buNone/>
            </a:pPr>
            <a:r>
              <a:rPr lang="en-US" sz="166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Runs on 3GB RAM</a:t>
            </a:r>
            <a:endParaRPr lang="en-US" sz="1660" dirty="0"/>
          </a:p>
        </p:txBody>
      </p:sp>
      <p:sp>
        <p:nvSpPr>
          <p:cNvPr id="15" name="Text 13"/>
          <p:cNvSpPr/>
          <p:nvPr/>
        </p:nvSpPr>
        <p:spPr>
          <a:xfrm>
            <a:off x="6499696" y="1530028"/>
            <a:ext cx="1755651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Smooth performance on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low-end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smartphones.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3790243" y="2739219"/>
            <a:ext cx="2376487" cy="1881187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8771" y="3189312"/>
            <a:ext cx="17608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Aft>
                <a:spcPts val="567"/>
              </a:spcAft>
              <a:buNone/>
            </a:pPr>
            <a:r>
              <a:rPr lang="en-US" sz="166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in &lt; 1 sec</a:t>
            </a:r>
            <a:endParaRPr lang="en-US" sz="1660" dirty="0"/>
          </a:p>
        </p:txBody>
      </p:sp>
      <p:sp>
        <p:nvSpPr>
          <p:cNvPr id="18" name="Text 16"/>
          <p:cNvSpPr/>
          <p:nvPr/>
        </p:nvSpPr>
        <p:spPr>
          <a:xfrm>
            <a:off x="3978771" y="3557662"/>
            <a:ext cx="1808634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Face recognition plus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liveness detection, in real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311205" y="2739219"/>
            <a:ext cx="2376487" cy="1881187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9696" y="3189312"/>
            <a:ext cx="19276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Aft>
                <a:spcPts val="567"/>
              </a:spcAft>
              <a:buNone/>
            </a:pPr>
            <a:r>
              <a:rPr lang="en-US" sz="166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+ Cloud Sync</a:t>
            </a:r>
            <a:endParaRPr lang="en-US" sz="1660" dirty="0"/>
          </a:p>
        </p:txBody>
      </p:sp>
      <p:sp>
        <p:nvSpPr>
          <p:cNvPr id="21" name="Text 19"/>
          <p:cNvSpPr/>
          <p:nvPr/>
        </p:nvSpPr>
        <p:spPr>
          <a:xfrm>
            <a:off x="6499696" y="3557662"/>
            <a:ext cx="1941165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stored securely,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 synced when network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returns.</a:t>
            </a:r>
            <a:endParaRPr lang="en-US" sz="1220" dirty="0"/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3778A894-83E9-4C9E-A076-C8C29557DA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8379641"/>
              </p:ext>
            </p:extLst>
          </p:nvPr>
        </p:nvGraphicFramePr>
        <p:xfrm>
          <a:off x="125089" y="2592734"/>
          <a:ext cx="2832796" cy="1987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9065"/>
            <a:ext cx="229642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796528" y="490054"/>
            <a:ext cx="228600" cy="1428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5" name="Text 3"/>
          <p:cNvSpPr/>
          <p:nvPr/>
        </p:nvSpPr>
        <p:spPr>
          <a:xfrm>
            <a:off x="1134814" y="427881"/>
            <a:ext cx="122701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2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57200" y="663848"/>
            <a:ext cx="568895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1"/>
              </a:lnSpc>
              <a:buNone/>
            </a:pPr>
            <a:r>
              <a:rPr lang="en-US" sz="2740" b="1" kern="0" spc="-68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 worker's face to verified pay</a:t>
            </a:r>
            <a:endParaRPr lang="en-US" sz="2740" dirty="0"/>
          </a:p>
        </p:txBody>
      </p:sp>
      <p:sp>
        <p:nvSpPr>
          <p:cNvPr id="7" name="Shape 5"/>
          <p:cNvSpPr/>
          <p:nvPr/>
        </p:nvSpPr>
        <p:spPr>
          <a:xfrm>
            <a:off x="456047" y="1272555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9108" y="1375321"/>
            <a:ext cx="28165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2020" b="1" dirty="0">
                <a:solidFill>
                  <a:srgbClr val="E2E5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020" dirty="0">
              <a:solidFill>
                <a:srgbClr val="E2E5EB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99108" y="1729606"/>
            <a:ext cx="128461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spcAft>
                <a:spcPts val="567"/>
              </a:spcAft>
              <a:buNone/>
            </a:pPr>
            <a:r>
              <a:rPr lang="en-US" sz="158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Face Capture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599108" y="2088952"/>
            <a:ext cx="2255639" cy="40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worker's face is captured on</a:t>
            </a:r>
            <a:endParaRPr lang="en-US" sz="1190" dirty="0"/>
          </a:p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own smartphone camera.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3247988" y="1272555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1049" y="1384846"/>
            <a:ext cx="27257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730" b="1" dirty="0">
                <a:solidFill>
                  <a:srgbClr val="E2E5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730" dirty="0"/>
          </a:p>
        </p:txBody>
      </p:sp>
      <p:sp>
        <p:nvSpPr>
          <p:cNvPr id="13" name="Text 11"/>
          <p:cNvSpPr/>
          <p:nvPr/>
        </p:nvSpPr>
        <p:spPr>
          <a:xfrm>
            <a:off x="3391049" y="1692994"/>
            <a:ext cx="20027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spcAft>
                <a:spcPts val="567"/>
              </a:spcAft>
              <a:buNone/>
            </a:pPr>
            <a:r>
              <a:rPr lang="en-US" sz="158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On-Device Detection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3391049" y="2052340"/>
            <a:ext cx="2344638" cy="40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lightweight computer-vision</a:t>
            </a:r>
            <a:endParaRPr lang="en-US" sz="1190" dirty="0"/>
          </a:p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recognizes the face offline.</a:t>
            </a:r>
            <a:endParaRPr lang="en-US" sz="1190" dirty="0"/>
          </a:p>
        </p:txBody>
      </p:sp>
      <p:sp>
        <p:nvSpPr>
          <p:cNvPr id="15" name="Shape 13"/>
          <p:cNvSpPr/>
          <p:nvPr/>
        </p:nvSpPr>
        <p:spPr>
          <a:xfrm>
            <a:off x="6039929" y="1272555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2990" y="1384846"/>
            <a:ext cx="27563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730" b="1" dirty="0">
                <a:solidFill>
                  <a:srgbClr val="E2E5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6182990" y="1692994"/>
            <a:ext cx="14889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spcAft>
                <a:spcPts val="567"/>
              </a:spcAft>
              <a:buNone/>
            </a:pPr>
            <a:r>
              <a:rPr lang="en-US" sz="158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Liveness Check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6182990" y="2052340"/>
            <a:ext cx="2065734" cy="40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Anti-spoofing confirms a real,</a:t>
            </a:r>
            <a:endParaRPr lang="en-US" sz="1190" dirty="0"/>
          </a:p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 person, not a photo.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456047" y="3197349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108" y="3309640"/>
            <a:ext cx="28180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730" b="1" dirty="0">
                <a:solidFill>
                  <a:srgbClr val="E2E5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730" dirty="0"/>
          </a:p>
        </p:txBody>
      </p:sp>
      <p:sp>
        <p:nvSpPr>
          <p:cNvPr id="21" name="Text 19"/>
          <p:cNvSpPr/>
          <p:nvPr/>
        </p:nvSpPr>
        <p:spPr>
          <a:xfrm>
            <a:off x="599108" y="3617788"/>
            <a:ext cx="16435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spcAft>
                <a:spcPts val="567"/>
              </a:spcAft>
              <a:buNone/>
            </a:pPr>
            <a:r>
              <a:rPr lang="en-US" sz="158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Encryption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599108" y="3977134"/>
            <a:ext cx="2258095" cy="40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attendance event is stored</a:t>
            </a:r>
            <a:endParaRPr lang="en-US" sz="1190" dirty="0"/>
          </a:p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securely on the device.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3247988" y="3197349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1049" y="3309640"/>
            <a:ext cx="27391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730" b="1" dirty="0">
                <a:solidFill>
                  <a:srgbClr val="E2E5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730" dirty="0"/>
          </a:p>
        </p:txBody>
      </p:sp>
      <p:sp>
        <p:nvSpPr>
          <p:cNvPr id="25" name="Text 23"/>
          <p:cNvSpPr/>
          <p:nvPr/>
        </p:nvSpPr>
        <p:spPr>
          <a:xfrm>
            <a:off x="3391049" y="3617788"/>
            <a:ext cx="10968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spcAft>
                <a:spcPts val="567"/>
              </a:spcAft>
              <a:buNone/>
            </a:pPr>
            <a:r>
              <a:rPr lang="en-US" sz="158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Sync</a:t>
            </a:r>
            <a:endParaRPr lang="en-US" sz="1580" dirty="0">
              <a:solidFill>
                <a:srgbClr val="16386B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91049" y="3977134"/>
            <a:ext cx="2346275" cy="40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upload automatically the</a:t>
            </a:r>
            <a:endParaRPr lang="en-US" sz="1190" dirty="0"/>
          </a:p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moment the network returns.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6039929" y="3197349"/>
            <a:ext cx="2647950" cy="1776413"/>
          </a:xfrm>
          <a:prstGeom prst="roundRect">
            <a:avLst>
              <a:gd name="adj" fmla="val 2059"/>
            </a:avLst>
          </a:prstGeom>
          <a:solidFill>
            <a:schemeClr val="bg1"/>
          </a:solidFill>
          <a:ln/>
        </p:spPr>
      </p:sp>
      <p:sp>
        <p:nvSpPr>
          <p:cNvPr id="28" name="Text 26"/>
          <p:cNvSpPr/>
          <p:nvPr/>
        </p:nvSpPr>
        <p:spPr>
          <a:xfrm>
            <a:off x="6178228" y="3304877"/>
            <a:ext cx="2778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730" b="1" dirty="0">
                <a:solidFill>
                  <a:srgbClr val="E2E5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730" dirty="0">
              <a:solidFill>
                <a:srgbClr val="E2E5EB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8228" y="3613026"/>
            <a:ext cx="21409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6"/>
              </a:lnSpc>
              <a:spcBef>
                <a:spcPts val="324"/>
              </a:spcBef>
              <a:spcAft>
                <a:spcPts val="567"/>
              </a:spcAft>
              <a:buNone/>
            </a:pPr>
            <a:r>
              <a:rPr lang="en-US" sz="158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Supervisor Dashboard</a:t>
            </a:r>
            <a:endParaRPr lang="en-US" sz="1580" dirty="0">
              <a:solidFill>
                <a:srgbClr val="16386B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78228" y="3972371"/>
            <a:ext cx="2261667" cy="402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1638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attendance and reports,</a:t>
            </a:r>
            <a:endParaRPr lang="en-US" sz="1190" dirty="0">
              <a:solidFill>
                <a:srgbClr val="16386B"/>
              </a:solidFill>
            </a:endParaRPr>
          </a:p>
          <a:p>
            <a:pPr marL="0" indent="0" algn="l">
              <a:lnSpc>
                <a:spcPts val="1634"/>
              </a:lnSpc>
              <a:buNone/>
            </a:pPr>
            <a:r>
              <a:rPr lang="en-US" sz="1190" dirty="0">
                <a:solidFill>
                  <a:srgbClr val="1638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 for payroll.</a:t>
            </a:r>
            <a:endParaRPr lang="en-US" sz="1190" dirty="0">
              <a:solidFill>
                <a:srgbClr val="16386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374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7645"/>
            <a:ext cx="234776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801663" y="438634"/>
            <a:ext cx="228600" cy="1428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5" name="Text 3"/>
          <p:cNvSpPr/>
          <p:nvPr/>
        </p:nvSpPr>
        <p:spPr>
          <a:xfrm>
            <a:off x="1139949" y="376461"/>
            <a:ext cx="156269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2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USED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392168" y="376461"/>
            <a:ext cx="229463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lightweight stack behind offline verification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456233" y="711994"/>
            <a:ext cx="4048125" cy="1833562"/>
          </a:xfrm>
          <a:prstGeom prst="roundRect">
            <a:avLst>
              <a:gd name="adj" fmla="val 249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554" y="1240631"/>
            <a:ext cx="776287" cy="776287"/>
          </a:xfrm>
          <a:prstGeom prst="roundRect">
            <a:avLst>
              <a:gd name="adj" fmla="val 4712"/>
            </a:avLst>
          </a:prstGeom>
          <a:solidFill>
            <a:srgbClr val="F4F5F7"/>
          </a:solidFill>
          <a:ln/>
        </p:spPr>
      </p:sp>
      <p:sp>
        <p:nvSpPr>
          <p:cNvPr id="10" name="Text 7"/>
          <p:cNvSpPr/>
          <p:nvPr/>
        </p:nvSpPr>
        <p:spPr>
          <a:xfrm>
            <a:off x="1504280" y="1167482"/>
            <a:ext cx="15751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TensorFlow Lite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1504280" y="1475408"/>
            <a:ext cx="159008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spcAft>
                <a:spcPts val="567"/>
              </a:spcAft>
              <a:buNone/>
            </a:pPr>
            <a:r>
              <a:rPr lang="en-US" sz="830" b="1" kern="0" spc="16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ON-DEVICE INFERENCE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1504280" y="1695524"/>
            <a:ext cx="2844924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the facial-recognition model directly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the phone for fast, fully offline inference.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639605" y="711994"/>
            <a:ext cx="4048125" cy="1833562"/>
          </a:xfrm>
          <a:prstGeom prst="roundRect">
            <a:avLst>
              <a:gd name="adj" fmla="val 249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82889" y="1240631"/>
            <a:ext cx="776287" cy="776287"/>
          </a:xfrm>
          <a:prstGeom prst="roundRect">
            <a:avLst>
              <a:gd name="adj" fmla="val 4712"/>
            </a:avLst>
          </a:prstGeom>
          <a:solidFill>
            <a:srgbClr val="F4F5F7"/>
          </a:solidFill>
          <a:ln/>
        </p:spPr>
      </p:sp>
      <p:sp>
        <p:nvSpPr>
          <p:cNvPr id="16" name="Text 12"/>
          <p:cNvSpPr/>
          <p:nvPr/>
        </p:nvSpPr>
        <p:spPr>
          <a:xfrm>
            <a:off x="5687616" y="1167482"/>
            <a:ext cx="21850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MediaPipe Face Mesh</a:t>
            </a:r>
            <a:endParaRPr lang="en-US" sz="1660" dirty="0"/>
          </a:p>
        </p:txBody>
      </p:sp>
      <p:sp>
        <p:nvSpPr>
          <p:cNvPr id="17" name="Text 13"/>
          <p:cNvSpPr/>
          <p:nvPr/>
        </p:nvSpPr>
        <p:spPr>
          <a:xfrm>
            <a:off x="5687616" y="1475408"/>
            <a:ext cx="157757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spcAft>
                <a:spcPts val="567"/>
              </a:spcAft>
              <a:buNone/>
            </a:pPr>
            <a:r>
              <a:rPr lang="en-US" sz="830" b="1" kern="0" spc="16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LANDMARK DETECTION</a:t>
            </a:r>
            <a:endParaRPr lang="en-US" sz="830" dirty="0"/>
          </a:p>
        </p:txBody>
      </p:sp>
      <p:sp>
        <p:nvSpPr>
          <p:cNvPr id="18" name="Text 14"/>
          <p:cNvSpPr/>
          <p:nvPr/>
        </p:nvSpPr>
        <p:spPr>
          <a:xfrm>
            <a:off x="5687616" y="1695524"/>
            <a:ext cx="2753990" cy="38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Maps facial landmarks in real time to drive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tracking and liveness checks.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456233" y="2683632"/>
            <a:ext cx="4048125" cy="1833562"/>
          </a:xfrm>
          <a:prstGeom prst="roundRect">
            <a:avLst>
              <a:gd name="adj" fmla="val 249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9554" y="3212232"/>
            <a:ext cx="776287" cy="776287"/>
          </a:xfrm>
          <a:prstGeom prst="roundRect">
            <a:avLst>
              <a:gd name="adj" fmla="val 4712"/>
            </a:avLst>
          </a:prstGeom>
          <a:solidFill>
            <a:srgbClr val="F4F5F7"/>
          </a:solidFill>
          <a:ln/>
        </p:spPr>
      </p:sp>
      <p:sp>
        <p:nvSpPr>
          <p:cNvPr id="22" name="Text 17"/>
          <p:cNvSpPr/>
          <p:nvPr/>
        </p:nvSpPr>
        <p:spPr>
          <a:xfrm>
            <a:off x="1504280" y="3041675"/>
            <a:ext cx="11720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</a:t>
            </a:r>
            <a:endParaRPr lang="en-US" sz="1660" dirty="0"/>
          </a:p>
        </p:txBody>
      </p:sp>
      <p:sp>
        <p:nvSpPr>
          <p:cNvPr id="23" name="Text 18"/>
          <p:cNvSpPr/>
          <p:nvPr/>
        </p:nvSpPr>
        <p:spPr>
          <a:xfrm>
            <a:off x="1504280" y="3349600"/>
            <a:ext cx="174538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spcAft>
                <a:spcPts val="567"/>
              </a:spcAft>
              <a:buNone/>
            </a:pPr>
            <a:r>
              <a:rPr lang="en-US" sz="830" b="1" kern="0" spc="16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STORAGE + SYNC</a:t>
            </a:r>
            <a:endParaRPr lang="en-US" sz="830" dirty="0"/>
          </a:p>
        </p:txBody>
      </p:sp>
      <p:sp>
        <p:nvSpPr>
          <p:cNvPr id="24" name="Text 19"/>
          <p:cNvSpPr/>
          <p:nvPr/>
        </p:nvSpPr>
        <p:spPr>
          <a:xfrm>
            <a:off x="1504280" y="3569717"/>
            <a:ext cx="2762027" cy="5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attendance locally with encryption,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 syncs to the cloud when network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returns.</a:t>
            </a:r>
            <a:endParaRPr lang="en-US" sz="1120" dirty="0"/>
          </a:p>
        </p:txBody>
      </p:sp>
      <p:sp>
        <p:nvSpPr>
          <p:cNvPr id="25" name="Shape 20"/>
          <p:cNvSpPr/>
          <p:nvPr/>
        </p:nvSpPr>
        <p:spPr>
          <a:xfrm>
            <a:off x="4639605" y="2683632"/>
            <a:ext cx="4048125" cy="1833562"/>
          </a:xfrm>
          <a:prstGeom prst="roundRect">
            <a:avLst>
              <a:gd name="adj" fmla="val 2494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82889" y="3212232"/>
            <a:ext cx="776287" cy="776287"/>
          </a:xfrm>
          <a:prstGeom prst="roundRect">
            <a:avLst>
              <a:gd name="adj" fmla="val 4712"/>
            </a:avLst>
          </a:prstGeom>
          <a:solidFill>
            <a:srgbClr val="F4F5F7"/>
          </a:solidFill>
          <a:ln/>
        </p:spPr>
      </p:sp>
      <p:sp>
        <p:nvSpPr>
          <p:cNvPr id="28" name="Text 22"/>
          <p:cNvSpPr/>
          <p:nvPr/>
        </p:nvSpPr>
        <p:spPr>
          <a:xfrm>
            <a:off x="5687616" y="3041675"/>
            <a:ext cx="12832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Native</a:t>
            </a:r>
            <a:endParaRPr lang="en-US" sz="1660" dirty="0"/>
          </a:p>
        </p:txBody>
      </p:sp>
      <p:sp>
        <p:nvSpPr>
          <p:cNvPr id="29" name="Text 23"/>
          <p:cNvSpPr/>
          <p:nvPr/>
        </p:nvSpPr>
        <p:spPr>
          <a:xfrm>
            <a:off x="5687616" y="3349600"/>
            <a:ext cx="157393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spcBef>
                <a:spcPts val="243"/>
              </a:spcBef>
              <a:spcAft>
                <a:spcPts val="567"/>
              </a:spcAft>
              <a:buNone/>
            </a:pPr>
            <a:r>
              <a:rPr lang="en-US" sz="830" b="1" kern="0" spc="16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CROSS-PLATFORM APP</a:t>
            </a:r>
            <a:endParaRPr lang="en-US" sz="830" dirty="0"/>
          </a:p>
        </p:txBody>
      </p:sp>
      <p:sp>
        <p:nvSpPr>
          <p:cNvPr id="30" name="Text 24"/>
          <p:cNvSpPr/>
          <p:nvPr/>
        </p:nvSpPr>
        <p:spPr>
          <a:xfrm>
            <a:off x="5687616" y="3569717"/>
            <a:ext cx="2556570" cy="5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lightweight smartphone app UI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runs smoothly across low-end</a:t>
            </a:r>
            <a:endParaRPr lang="en-US" sz="1120" dirty="0"/>
          </a:p>
          <a:p>
            <a:pPr marL="0" indent="0" algn="l">
              <a:lnSpc>
                <a:spcPts val="1535"/>
              </a:lnSpc>
              <a:buNone/>
            </a:pPr>
            <a:r>
              <a:rPr lang="en-US" sz="11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devices.</a:t>
            </a:r>
            <a:endParaRPr lang="en-US" sz="112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361F954-963D-7BD8-88AB-F8A8AF774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889" y="3257476"/>
            <a:ext cx="769480" cy="6858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9908C2-929E-9370-6689-1634E060C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55" y="1273001"/>
            <a:ext cx="840283" cy="71307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034ACCA-9C08-BFB3-2371-53F6A0DB3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017" y="1341015"/>
            <a:ext cx="705188" cy="5755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A11EAF-6F67-A2BE-7CEA-7D711CC6B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64" y="3302188"/>
            <a:ext cx="71218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068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9065"/>
            <a:ext cx="228228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795114" y="490054"/>
            <a:ext cx="228600" cy="1428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5" name="Text 3"/>
          <p:cNvSpPr/>
          <p:nvPr/>
        </p:nvSpPr>
        <p:spPr>
          <a:xfrm>
            <a:off x="1133401" y="427881"/>
            <a:ext cx="122187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2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/ USP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57200" y="663848"/>
            <a:ext cx="425544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1"/>
              </a:lnSpc>
              <a:buNone/>
            </a:pPr>
            <a:r>
              <a:rPr lang="en-US" sz="2740" b="1" kern="0" spc="-68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sets NetraSetu apart</a:t>
            </a:r>
            <a:endParaRPr lang="en-US" sz="2740" dirty="0"/>
          </a:p>
        </p:txBody>
      </p:sp>
      <p:sp>
        <p:nvSpPr>
          <p:cNvPr id="7" name="Shape 5"/>
          <p:cNvSpPr/>
          <p:nvPr/>
        </p:nvSpPr>
        <p:spPr>
          <a:xfrm>
            <a:off x="456047" y="1272555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261" y="1436861"/>
            <a:ext cx="1408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608261" y="1669182"/>
            <a:ext cx="1216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Bef>
                <a:spcPts val="243"/>
              </a:spcBef>
              <a:spcAft>
                <a:spcPts val="486"/>
              </a:spcAft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Truly Offline</a:t>
            </a:r>
            <a:endParaRPr lang="en-US" sz="1660" dirty="0"/>
          </a:p>
        </p:txBody>
      </p:sp>
      <p:sp>
        <p:nvSpPr>
          <p:cNvPr id="10" name="Text 8"/>
          <p:cNvSpPr/>
          <p:nvPr/>
        </p:nvSpPr>
        <p:spPr>
          <a:xfrm>
            <a:off x="608261" y="2027262"/>
            <a:ext cx="2229073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Authenticates attendance with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network.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247988" y="1272555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0202" y="1436861"/>
            <a:ext cx="15902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3400202" y="1669182"/>
            <a:ext cx="18077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Bef>
                <a:spcPts val="243"/>
              </a:spcBef>
              <a:spcAft>
                <a:spcPts val="486"/>
              </a:spcAft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Ultra-Lightweight</a:t>
            </a:r>
            <a:endParaRPr lang="en-US" sz="1660" dirty="0"/>
          </a:p>
        </p:txBody>
      </p:sp>
      <p:sp>
        <p:nvSpPr>
          <p:cNvPr id="14" name="Text 12"/>
          <p:cNvSpPr/>
          <p:nvPr/>
        </p:nvSpPr>
        <p:spPr>
          <a:xfrm>
            <a:off x="3400202" y="2027262"/>
            <a:ext cx="1993478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smoothly on 3GB RAM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smartphones.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039929" y="1272555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2143" y="1436861"/>
            <a:ext cx="1608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6192143" y="1669182"/>
            <a:ext cx="19313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Bef>
                <a:spcPts val="243"/>
              </a:spcBef>
              <a:spcAft>
                <a:spcPts val="486"/>
              </a:spcAft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Liveness Detection</a:t>
            </a:r>
            <a:endParaRPr lang="en-US" sz="1660" dirty="0"/>
          </a:p>
        </p:txBody>
      </p:sp>
      <p:sp>
        <p:nvSpPr>
          <p:cNvPr id="18" name="Text 16"/>
          <p:cNvSpPr/>
          <p:nvPr/>
        </p:nvSpPr>
        <p:spPr>
          <a:xfrm>
            <a:off x="6192143" y="2027262"/>
            <a:ext cx="1679823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Blocks photo and video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spoofing attempts.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56047" y="3197349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261" y="3361655"/>
            <a:ext cx="16438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608261" y="3593976"/>
            <a:ext cx="166724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Bef>
                <a:spcPts val="243"/>
              </a:spcBef>
              <a:spcAft>
                <a:spcPts val="486"/>
              </a:spcAft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Dual Verification</a:t>
            </a:r>
            <a:endParaRPr lang="en-US" sz="1660" dirty="0"/>
          </a:p>
        </p:txBody>
      </p:sp>
      <p:sp>
        <p:nvSpPr>
          <p:cNvPr id="22" name="Text 20"/>
          <p:cNvSpPr/>
          <p:nvPr/>
        </p:nvSpPr>
        <p:spPr>
          <a:xfrm>
            <a:off x="608261" y="3952056"/>
            <a:ext cx="2340918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Two-step accuracy in under one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3247988" y="3197349"/>
            <a:ext cx="2647950" cy="1776413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4763">
            <a:solidFill>
              <a:srgbClr val="E2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0202" y="3361655"/>
            <a:ext cx="1597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3400202" y="3593976"/>
            <a:ext cx="168406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Bef>
                <a:spcPts val="243"/>
              </a:spcBef>
              <a:spcAft>
                <a:spcPts val="486"/>
              </a:spcAft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 Cloud Sync</a:t>
            </a:r>
            <a:endParaRPr lang="en-US" sz="1660" dirty="0"/>
          </a:p>
        </p:txBody>
      </p:sp>
      <p:sp>
        <p:nvSpPr>
          <p:cNvPr id="26" name="Text 24"/>
          <p:cNvSpPr/>
          <p:nvPr/>
        </p:nvSpPr>
        <p:spPr>
          <a:xfrm>
            <a:off x="3400202" y="3952056"/>
            <a:ext cx="2051745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upload the moment</a:t>
            </a:r>
            <a:endParaRPr lang="en-US" sz="1220" dirty="0"/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returns.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039929" y="3197349"/>
            <a:ext cx="2647950" cy="1776413"/>
          </a:xfrm>
          <a:prstGeom prst="roundRect">
            <a:avLst>
              <a:gd name="adj" fmla="val 2059"/>
            </a:avLst>
          </a:prstGeom>
          <a:solidFill>
            <a:schemeClr val="bg1"/>
          </a:solidFill>
          <a:ln/>
        </p:spPr>
      </p:sp>
      <p:sp>
        <p:nvSpPr>
          <p:cNvPr id="28" name="Text 26"/>
          <p:cNvSpPr/>
          <p:nvPr/>
        </p:nvSpPr>
        <p:spPr>
          <a:xfrm>
            <a:off x="6187380" y="3356893"/>
            <a:ext cx="1620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6187380" y="3589213"/>
            <a:ext cx="12533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spcBef>
                <a:spcPts val="243"/>
              </a:spcBef>
              <a:spcAft>
                <a:spcPts val="486"/>
              </a:spcAft>
              <a:buNone/>
            </a:pPr>
            <a:r>
              <a:rPr lang="en-US" sz="1660" b="1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Worker-First</a:t>
            </a:r>
            <a:endParaRPr lang="en-US" sz="1660" dirty="0">
              <a:solidFill>
                <a:srgbClr val="16386B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87380" y="3947294"/>
            <a:ext cx="1976586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1638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Stops fake entries, protects</a:t>
            </a:r>
            <a:endParaRPr lang="en-US" sz="1220" dirty="0">
              <a:solidFill>
                <a:srgbClr val="16386B"/>
              </a:solidFill>
            </a:endParaRPr>
          </a:p>
          <a:p>
            <a:pPr marL="0" indent="0" algn="l">
              <a:lnSpc>
                <a:spcPts val="1683"/>
              </a:lnSpc>
              <a:buNone/>
            </a:pPr>
            <a:r>
              <a:rPr lang="en-US" sz="1220" dirty="0">
                <a:solidFill>
                  <a:srgbClr val="1638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 workers.</a:t>
            </a:r>
            <a:endParaRPr lang="en-US" sz="1220" dirty="0">
              <a:solidFill>
                <a:srgbClr val="16386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0390" y="-14068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379065"/>
            <a:ext cx="231502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08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798388" y="490054"/>
            <a:ext cx="228600" cy="14288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5" name="Text 3"/>
          <p:cNvSpPr/>
          <p:nvPr/>
        </p:nvSpPr>
        <p:spPr>
          <a:xfrm>
            <a:off x="1136675" y="427881"/>
            <a:ext cx="170757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290" dirty="0">
                <a:solidFill>
                  <a:srgbClr val="68738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REFERENCES / LINKS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57200" y="663848"/>
            <a:ext cx="394312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1"/>
              </a:lnSpc>
              <a:buNone/>
            </a:pPr>
            <a:r>
              <a:rPr lang="en-US" sz="2740" b="1" kern="0" spc="-68" dirty="0">
                <a:solidFill>
                  <a:srgbClr val="1638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Build, tools and research</a:t>
            </a:r>
            <a:endParaRPr lang="en-US" sz="2740" dirty="0"/>
          </a:p>
        </p:txBody>
      </p:sp>
      <p:sp>
        <p:nvSpPr>
          <p:cNvPr id="7" name="Text 5"/>
          <p:cNvSpPr/>
          <p:nvPr/>
        </p:nvSpPr>
        <p:spPr>
          <a:xfrm>
            <a:off x="457200" y="1435373"/>
            <a:ext cx="78194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04"/>
              </a:lnSpc>
              <a:spcAft>
                <a:spcPts val="1620"/>
              </a:spcAft>
              <a:buNone/>
            </a:pPr>
            <a:r>
              <a:rPr lang="en-US" sz="940" b="1" kern="0" spc="281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457200" y="1814513"/>
            <a:ext cx="158710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Repository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57200" y="2271638"/>
            <a:ext cx="19244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/ Prototype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457200" y="2728764"/>
            <a:ext cx="200181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Documentation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3276600" y="1425364"/>
            <a:ext cx="2590800" cy="2881313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3509963" y="1435373"/>
            <a:ext cx="172633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04"/>
              </a:lnSpc>
              <a:spcAft>
                <a:spcPts val="1620"/>
              </a:spcAft>
              <a:buNone/>
            </a:pPr>
            <a:r>
              <a:rPr lang="en-US" sz="940" b="1" kern="0" spc="281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 &amp; LIBRARIES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3509962" y="1814513"/>
            <a:ext cx="21288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80"/>
              </a:lnSpc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OpenCV: </a:t>
            </a:r>
            <a:r>
              <a:rPr lang="en-IN" sz="1600" dirty="0" err="1">
                <a:hlinkClick r:id="rId3"/>
              </a:rPr>
              <a:t>openCV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3509963" y="2100556"/>
            <a:ext cx="2243723" cy="457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just">
              <a:lnSpc>
                <a:spcPts val="1980"/>
              </a:lnSpc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 Lite : </a:t>
            </a:r>
            <a:r>
              <a:rPr lang="en-IN" sz="1600" dirty="0" err="1">
                <a:hlinkClick r:id="rId4"/>
              </a:rPr>
              <a:t>tensorflowlib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3509963" y="2728764"/>
            <a:ext cx="22437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MediaPipe Face Mesh:</a:t>
            </a:r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 err="1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5"/>
              </a:rPr>
              <a:t>MPfacemesh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6096000" y="1425364"/>
            <a:ext cx="2590800" cy="2881313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6329363" y="1435373"/>
            <a:ext cx="90219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04"/>
              </a:lnSpc>
              <a:spcAft>
                <a:spcPts val="1620"/>
              </a:spcAft>
              <a:buNone/>
            </a:pPr>
            <a:r>
              <a:rPr lang="en-US" sz="940" b="1" kern="0" spc="281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329363" y="1814513"/>
            <a:ext cx="1375023" cy="48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80"/>
              </a:lnSpc>
            </a:pPr>
            <a:r>
              <a:rPr lang="en-IN" sz="1600" dirty="0"/>
              <a:t>Facial Image Preprocessing:</a:t>
            </a:r>
          </a:p>
          <a:p>
            <a:pPr>
              <a:lnSpc>
                <a:spcPts val="1980"/>
              </a:lnSpc>
            </a:pPr>
            <a:r>
              <a:rPr lang="en-US" sz="1440" dirty="0">
                <a:hlinkClick r:id="rId6"/>
              </a:rPr>
              <a:t>doi.org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329363" y="2523083"/>
            <a:ext cx="21868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Liveness &amp; Anti-Spoofing : </a:t>
            </a:r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7"/>
              </a:rPr>
              <a:t>ieeexplore.ieee.org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6329363" y="2980209"/>
            <a:ext cx="179486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Problems : </a:t>
            </a:r>
            <a:r>
              <a:rPr lang="en-US" sz="144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8"/>
              </a:rPr>
              <a:t>sprf.in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77180" y="4601021"/>
            <a:ext cx="38214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endParaRPr lang="en-US" sz="101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76600" y="1425364"/>
            <a:ext cx="2590800" cy="2881313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0" y="1425364"/>
            <a:ext cx="2590800" cy="2881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86B"/>
          </a:solidFill>
          <a:ln/>
        </p:spPr>
      </p:sp>
      <p:sp>
        <p:nvSpPr>
          <p:cNvPr id="3" name="Shape 1"/>
          <p:cNvSpPr/>
          <p:nvPr/>
        </p:nvSpPr>
        <p:spPr>
          <a:xfrm>
            <a:off x="9106681" y="0"/>
            <a:ext cx="38100" cy="5143500"/>
          </a:xfrm>
          <a:prstGeom prst="rect">
            <a:avLst/>
          </a:prstGeom>
          <a:solidFill>
            <a:srgbClr val="E0822E"/>
          </a:solidFill>
          <a:ln/>
        </p:spPr>
      </p:sp>
      <p:sp>
        <p:nvSpPr>
          <p:cNvPr id="5" name="Text 3"/>
          <p:cNvSpPr/>
          <p:nvPr/>
        </p:nvSpPr>
        <p:spPr>
          <a:xfrm>
            <a:off x="877639" y="420960"/>
            <a:ext cx="233459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2"/>
              </a:lnSpc>
              <a:buNone/>
            </a:pP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48580" y="1478012"/>
            <a:ext cx="3036615" cy="814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788"/>
              </a:lnSpc>
              <a:buNone/>
            </a:pPr>
            <a:r>
              <a:rPr lang="en-US" sz="5040" b="1" kern="0" spc="-12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5040" dirty="0"/>
          </a:p>
        </p:txBody>
      </p:sp>
      <p:sp>
        <p:nvSpPr>
          <p:cNvPr id="7" name="Text 5"/>
          <p:cNvSpPr/>
          <p:nvPr/>
        </p:nvSpPr>
        <p:spPr>
          <a:xfrm>
            <a:off x="548580" y="2375595"/>
            <a:ext cx="3981152" cy="63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74"/>
              </a:lnSpc>
              <a:buNone/>
            </a:pPr>
            <a:r>
              <a:rPr lang="en-US" sz="187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attendance record represents</a:t>
            </a:r>
            <a:endParaRPr lang="en-US" sz="1870" dirty="0"/>
          </a:p>
          <a:p>
            <a:pPr marL="0" indent="0" algn="l">
              <a:lnSpc>
                <a:spcPts val="2574"/>
              </a:lnSpc>
              <a:buNone/>
            </a:pPr>
            <a:r>
              <a:rPr lang="en-US" sz="1870" dirty="0">
                <a:solidFill>
                  <a:srgbClr val="FFFFFF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worker, a family, and a livelihood.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548580" y="4047827"/>
            <a:ext cx="578272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kern="0" spc="21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</a:t>
            </a:r>
            <a:endParaRPr lang="en-US" sz="860" dirty="0"/>
          </a:p>
          <a:p>
            <a:pPr marL="0" indent="0" algn="l">
              <a:lnSpc>
                <a:spcPts val="1296"/>
              </a:lnSpc>
              <a:buNone/>
            </a:pPr>
            <a:r>
              <a:rPr lang="en-US" sz="860" b="1" kern="0" spc="21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580" y="4423693"/>
            <a:ext cx="93598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81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Kartik Goel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1871142" y="4047827"/>
            <a:ext cx="11870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96"/>
              </a:lnSpc>
              <a:spcAft>
                <a:spcPts val="405"/>
              </a:spcAft>
              <a:buNone/>
            </a:pPr>
            <a:r>
              <a:rPr lang="en-US" sz="860" b="1" kern="0" spc="216" dirty="0">
                <a:solidFill>
                  <a:srgbClr val="E08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MEMBERS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871142" y="4259089"/>
            <a:ext cx="3329806" cy="462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81"/>
              </a:lnSpc>
              <a:buNone/>
            </a:pPr>
            <a:r>
              <a:rPr lang="en-US" sz="1370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Gitika Burman · Aadhya Agarwal · Raunnit</a:t>
            </a:r>
            <a:endParaRPr lang="en-US" sz="1370" dirty="0"/>
          </a:p>
          <a:p>
            <a:pPr marL="0" indent="0" algn="l">
              <a:lnSpc>
                <a:spcPts val="1881"/>
              </a:lnSpc>
              <a:buNone/>
            </a:pPr>
            <a:r>
              <a:rPr lang="en-US" sz="1370" dirty="0">
                <a:solidFill>
                  <a:srgbClr val="FFFF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Dogra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6225108" y="4385146"/>
            <a:ext cx="2370311" cy="33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3"/>
              </a:lnSpc>
              <a:buNone/>
            </a:pPr>
            <a:r>
              <a:rPr lang="en-US" sz="940" b="1" kern="0" spc="281" dirty="0">
                <a:solidFill>
                  <a:srgbClr val="FFFFFF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HACKATHON 7.0 · BENNETT</a:t>
            </a:r>
            <a:endParaRPr lang="en-US" sz="940" dirty="0"/>
          </a:p>
          <a:p>
            <a:pPr marL="0" indent="0" algn="r">
              <a:lnSpc>
                <a:spcPts val="1403"/>
              </a:lnSpc>
              <a:buNone/>
            </a:pPr>
            <a:r>
              <a:rPr lang="en-US" sz="940" b="1" kern="0" spc="281" dirty="0">
                <a:solidFill>
                  <a:srgbClr val="FFFFFF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UNIVERSITY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568</Words>
  <Application>Microsoft Office PowerPoint</Application>
  <PresentationFormat>On-screen Show 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DM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Raunnit Dogra</cp:lastModifiedBy>
  <cp:revision>8</cp:revision>
  <dcterms:created xsi:type="dcterms:W3CDTF">2026-06-04T18:51:10Z</dcterms:created>
  <dcterms:modified xsi:type="dcterms:W3CDTF">2026-06-05T13:34:50Z</dcterms:modified>
</cp:coreProperties>
</file>